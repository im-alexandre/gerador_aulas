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7.xml" ContentType="application/vnd.openxmlformats-officedocument.theme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3"/>
    <p:sldMasterId id="2147483663" r:id="rId4"/>
    <p:sldMasterId id="2147483687" r:id="rId5"/>
    <p:sldMasterId id="2147483690" r:id="rId6"/>
    <p:sldMasterId id="2147483695" r:id="rId7"/>
    <p:sldMasterId id="2147483700" r:id="rId8"/>
    <p:sldMasterId id="2147483702" r:id="rId9"/>
    <p:sldMasterId id="2147483713" r:id="rId10"/>
    <p:sldMasterId id="2147483715" r:id="rId11"/>
  </p:sldMasterIdLst>
  <p:sldIdLst>
    <p:sldId id="256" r:id="rId12"/>
    <p:sldId id="257" r:id="rId13"/>
    <p:sldId id="258" r:id="rId14"/>
  </p:sldIdLst>
  <p:sldSz cx="12192000" cy="6858000"/>
  <p:notesSz cx="6858000" cy="9144000"/>
  <p:embeddedFontLst>
    <p:embeddedFont>
      <p:font typeface="Barlow Condensed" panose="00000506000000000000" pitchFamily="2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3A9FD-0E71-4028-B625-A3424B8A46C1}" v="35" dt="2026-02-18T19:33:06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1.xml"/><Relationship Id="rId21" Type="http://schemas.openxmlformats.org/officeDocument/2006/relationships/font" Target="fonts/font7.fntdata"/><Relationship Id="rId7" Type="http://schemas.openxmlformats.org/officeDocument/2006/relationships/slideMaster" Target="slideMasters/slideMaster5.xml"/><Relationship Id="rId12" Type="http://schemas.openxmlformats.org/officeDocument/2006/relationships/slide" Target="slides/slide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Master" Target="slideMasters/slideMaster9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Master" Target="slideMasters/slideMaster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8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14" Type="http://schemas.openxmlformats.org/officeDocument/2006/relationships/slide" Target="slides/slide3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Castro" userId="c4a23f32b2d08ed7" providerId="LiveId" clId="{03DAF181-4C82-437B-BFAD-14A64D89056C}"/>
    <pc:docChg chg="undo custSel addSld delSld modSld addMainMaster delMainMaster modMainMaster">
      <pc:chgData name="Alexandre Castro" userId="c4a23f32b2d08ed7" providerId="LiveId" clId="{03DAF181-4C82-437B-BFAD-14A64D89056C}" dt="2026-02-18T19:34:24.462" v="118" actId="207"/>
      <pc:docMkLst>
        <pc:docMk/>
      </pc:docMkLst>
      <pc:sldChg chg="addSp delSp modSp mod chgLayout">
        <pc:chgData name="Alexandre Castro" userId="c4a23f32b2d08ed7" providerId="LiveId" clId="{03DAF181-4C82-437B-BFAD-14A64D89056C}" dt="2026-02-18T19:10:06.829" v="76" actId="700"/>
        <pc:sldMkLst>
          <pc:docMk/>
          <pc:sldMk cId="2651652531" sldId="256"/>
        </pc:sldMkLst>
        <pc:spChg chg="add mod ord">
          <ac:chgData name="Alexandre Castro" userId="c4a23f32b2d08ed7" providerId="LiveId" clId="{03DAF181-4C82-437B-BFAD-14A64D89056C}" dt="2026-02-18T19:10:06.829" v="76" actId="700"/>
          <ac:spMkLst>
            <pc:docMk/>
            <pc:sldMk cId="2651652531" sldId="256"/>
            <ac:spMk id="2" creationId="{6F370E18-F971-98EF-1A90-5DF5A9811F0C}"/>
          </ac:spMkLst>
        </pc:spChg>
        <pc:spChg chg="add mod ord">
          <ac:chgData name="Alexandre Castro" userId="c4a23f32b2d08ed7" providerId="LiveId" clId="{03DAF181-4C82-437B-BFAD-14A64D89056C}" dt="2026-02-18T19:10:06.829" v="76" actId="700"/>
          <ac:spMkLst>
            <pc:docMk/>
            <pc:sldMk cId="2651652531" sldId="256"/>
            <ac:spMk id="3" creationId="{7790E39F-CA4F-A854-B93D-4102B7C808C5}"/>
          </ac:spMkLst>
        </pc:spChg>
        <pc:spChg chg="del">
          <ac:chgData name="Alexandre Castro" userId="c4a23f32b2d08ed7" providerId="LiveId" clId="{03DAF181-4C82-437B-BFAD-14A64D89056C}" dt="2026-02-18T19:10:06.829" v="76" actId="700"/>
          <ac:spMkLst>
            <pc:docMk/>
            <pc:sldMk cId="2651652531" sldId="256"/>
            <ac:spMk id="6" creationId="{79EFA80F-D7AF-0833-7DD7-C1437E4AB677}"/>
          </ac:spMkLst>
        </pc:spChg>
        <pc:spChg chg="del">
          <ac:chgData name="Alexandre Castro" userId="c4a23f32b2d08ed7" providerId="LiveId" clId="{03DAF181-4C82-437B-BFAD-14A64D89056C}" dt="2026-02-18T19:10:06.829" v="76" actId="700"/>
          <ac:spMkLst>
            <pc:docMk/>
            <pc:sldMk cId="2651652531" sldId="256"/>
            <ac:spMk id="7" creationId="{3BA661DA-1321-4ADD-18C0-9822DF4F656A}"/>
          </ac:spMkLst>
        </pc:spChg>
      </pc:sldChg>
      <pc:sldChg chg="addSp delSp modSp new del mod modClrScheme chgLayout">
        <pc:chgData name="Alexandre Castro" userId="c4a23f32b2d08ed7" providerId="LiveId" clId="{03DAF181-4C82-437B-BFAD-14A64D89056C}" dt="2026-02-18T18:58:02.759" v="18" actId="680"/>
        <pc:sldMkLst>
          <pc:docMk/>
          <pc:sldMk cId="177804511" sldId="257"/>
        </pc:sldMkLst>
        <pc:spChg chg="add del mod ord">
          <ac:chgData name="Alexandre Castro" userId="c4a23f32b2d08ed7" providerId="LiveId" clId="{03DAF181-4C82-437B-BFAD-14A64D89056C}" dt="2026-02-18T18:58:01.886" v="17" actId="700"/>
          <ac:spMkLst>
            <pc:docMk/>
            <pc:sldMk cId="177804511" sldId="257"/>
            <ac:spMk id="2" creationId="{59948E65-C3AA-E511-886C-B6D2C87447CB}"/>
          </ac:spMkLst>
        </pc:spChg>
        <pc:spChg chg="add del mod ord">
          <ac:chgData name="Alexandre Castro" userId="c4a23f32b2d08ed7" providerId="LiveId" clId="{03DAF181-4C82-437B-BFAD-14A64D89056C}" dt="2026-02-18T18:58:01.886" v="17" actId="700"/>
          <ac:spMkLst>
            <pc:docMk/>
            <pc:sldMk cId="177804511" sldId="257"/>
            <ac:spMk id="3" creationId="{75E3BACD-C474-3D57-EFC2-F5C54BC18C1D}"/>
          </ac:spMkLst>
        </pc:spChg>
        <pc:spChg chg="add del mod ord">
          <ac:chgData name="Alexandre Castro" userId="c4a23f32b2d08ed7" providerId="LiveId" clId="{03DAF181-4C82-437B-BFAD-14A64D89056C}" dt="2026-02-18T18:58:01.886" v="17" actId="700"/>
          <ac:spMkLst>
            <pc:docMk/>
            <pc:sldMk cId="177804511" sldId="257"/>
            <ac:spMk id="4" creationId="{430CC8E8-55B5-2F82-63C8-AE8EF3B02684}"/>
          </ac:spMkLst>
        </pc:spChg>
        <pc:spChg chg="add del mod ord">
          <ac:chgData name="Alexandre Castro" userId="c4a23f32b2d08ed7" providerId="LiveId" clId="{03DAF181-4C82-437B-BFAD-14A64D89056C}" dt="2026-02-18T18:58:01.886" v="17" actId="700"/>
          <ac:spMkLst>
            <pc:docMk/>
            <pc:sldMk cId="177804511" sldId="257"/>
            <ac:spMk id="5" creationId="{C11FD4FB-3C26-E8F0-BBA0-3FAFDB20AE64}"/>
          </ac:spMkLst>
        </pc:spChg>
        <pc:spChg chg="add del mod ord">
          <ac:chgData name="Alexandre Castro" userId="c4a23f32b2d08ed7" providerId="LiveId" clId="{03DAF181-4C82-437B-BFAD-14A64D89056C}" dt="2026-02-18T18:58:01.886" v="17" actId="700"/>
          <ac:spMkLst>
            <pc:docMk/>
            <pc:sldMk cId="177804511" sldId="257"/>
            <ac:spMk id="6" creationId="{83DD3652-FC0C-DB30-B6FC-CED596C983F7}"/>
          </ac:spMkLst>
        </pc:spChg>
        <pc:spChg chg="add del mod ord">
          <ac:chgData name="Alexandre Castro" userId="c4a23f32b2d08ed7" providerId="LiveId" clId="{03DAF181-4C82-437B-BFAD-14A64D89056C}" dt="2026-02-18T18:58:01.886" v="17" actId="700"/>
          <ac:spMkLst>
            <pc:docMk/>
            <pc:sldMk cId="177804511" sldId="257"/>
            <ac:spMk id="7" creationId="{6A4B0DE3-AC70-3A22-5272-33E4221328D5}"/>
          </ac:spMkLst>
        </pc:spChg>
      </pc:sldChg>
      <pc:sldChg chg="modSp add del">
        <pc:chgData name="Alexandre Castro" userId="c4a23f32b2d08ed7" providerId="LiveId" clId="{03DAF181-4C82-437B-BFAD-14A64D89056C}" dt="2026-02-18T19:09:57.824" v="72" actId="47"/>
        <pc:sldMkLst>
          <pc:docMk/>
          <pc:sldMk cId="2024219336" sldId="257"/>
        </pc:sldMkLst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2024219336" sldId="257"/>
            <ac:spMk id="2" creationId="{CBF172C8-B343-A18D-A718-862851E38C6C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2024219336" sldId="257"/>
            <ac:spMk id="4" creationId="{51EDC294-8AF5-E581-E108-3CA5F06B3FC1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2024219336" sldId="257"/>
            <ac:spMk id="5" creationId="{16DFBA15-75E8-0558-43B1-E1A1A9B50C6B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2024219336" sldId="257"/>
            <ac:spMk id="6" creationId="{930D7195-803E-4A2E-793D-9261D3C0950C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2024219336" sldId="257"/>
            <ac:spMk id="7" creationId="{36BFC129-37BD-E4BD-683F-24B7EACA0B20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2024219336" sldId="257"/>
            <ac:spMk id="8" creationId="{3D717068-D756-BF6B-3C13-CEE26C4C1FF2}"/>
          </ac:spMkLst>
        </pc:spChg>
      </pc:sldChg>
      <pc:sldChg chg="addSp delSp modSp new mod modClrScheme chgLayout">
        <pc:chgData name="Alexandre Castro" userId="c4a23f32b2d08ed7" providerId="LiveId" clId="{03DAF181-4C82-437B-BFAD-14A64D89056C}" dt="2026-02-18T19:15:21.383" v="87" actId="478"/>
        <pc:sldMkLst>
          <pc:docMk/>
          <pc:sldMk cId="4158046161" sldId="257"/>
        </pc:sldMkLst>
        <pc:spChg chg="del mod ord">
          <ac:chgData name="Alexandre Castro" userId="c4a23f32b2d08ed7" providerId="LiveId" clId="{03DAF181-4C82-437B-BFAD-14A64D89056C}" dt="2026-02-18T19:10:12.494" v="77" actId="700"/>
          <ac:spMkLst>
            <pc:docMk/>
            <pc:sldMk cId="4158046161" sldId="257"/>
            <ac:spMk id="2" creationId="{F9443655-F1D3-780A-3F98-11C072BD8322}"/>
          </ac:spMkLst>
        </pc:spChg>
        <pc:spChg chg="del mod ord">
          <ac:chgData name="Alexandre Castro" userId="c4a23f32b2d08ed7" providerId="LiveId" clId="{03DAF181-4C82-437B-BFAD-14A64D89056C}" dt="2026-02-18T19:10:12.494" v="77" actId="700"/>
          <ac:spMkLst>
            <pc:docMk/>
            <pc:sldMk cId="4158046161" sldId="257"/>
            <ac:spMk id="3" creationId="{D745F6E2-F49F-8505-EDB1-4E7A8AEFAE63}"/>
          </ac:spMkLst>
        </pc:spChg>
        <pc:spChg chg="add mod ord">
          <ac:chgData name="Alexandre Castro" userId="c4a23f32b2d08ed7" providerId="LiveId" clId="{03DAF181-4C82-437B-BFAD-14A64D89056C}" dt="2026-02-18T19:10:12.494" v="77" actId="700"/>
          <ac:spMkLst>
            <pc:docMk/>
            <pc:sldMk cId="4158046161" sldId="257"/>
            <ac:spMk id="4" creationId="{99784FDE-8E75-79F4-980D-D5076C6FF084}"/>
          </ac:spMkLst>
        </pc:spChg>
        <pc:spChg chg="add mod ord">
          <ac:chgData name="Alexandre Castro" userId="c4a23f32b2d08ed7" providerId="LiveId" clId="{03DAF181-4C82-437B-BFAD-14A64D89056C}" dt="2026-02-18T19:10:12.494" v="77" actId="700"/>
          <ac:spMkLst>
            <pc:docMk/>
            <pc:sldMk cId="4158046161" sldId="257"/>
            <ac:spMk id="5" creationId="{C4F0892F-9218-EFC1-B84E-EE2F4E1146FD}"/>
          </ac:spMkLst>
        </pc:spChg>
        <pc:spChg chg="add mod ord">
          <ac:chgData name="Alexandre Castro" userId="c4a23f32b2d08ed7" providerId="LiveId" clId="{03DAF181-4C82-437B-BFAD-14A64D89056C}" dt="2026-02-18T19:10:12.494" v="77" actId="700"/>
          <ac:spMkLst>
            <pc:docMk/>
            <pc:sldMk cId="4158046161" sldId="257"/>
            <ac:spMk id="6" creationId="{0235AED5-71E0-3212-8DAD-DEBE700987BB}"/>
          </ac:spMkLst>
        </pc:spChg>
        <pc:spChg chg="add mod ord">
          <ac:chgData name="Alexandre Castro" userId="c4a23f32b2d08ed7" providerId="LiveId" clId="{03DAF181-4C82-437B-BFAD-14A64D89056C}" dt="2026-02-18T19:10:12.494" v="77" actId="700"/>
          <ac:spMkLst>
            <pc:docMk/>
            <pc:sldMk cId="4158046161" sldId="257"/>
            <ac:spMk id="7" creationId="{D117C674-20DD-E33F-C257-53E29BF26CCD}"/>
          </ac:spMkLst>
        </pc:spChg>
        <pc:spChg chg="add del mod ord">
          <ac:chgData name="Alexandre Castro" userId="c4a23f32b2d08ed7" providerId="LiveId" clId="{03DAF181-4C82-437B-BFAD-14A64D89056C}" dt="2026-02-18T19:15:21.383" v="87" actId="478"/>
          <ac:spMkLst>
            <pc:docMk/>
            <pc:sldMk cId="4158046161" sldId="257"/>
            <ac:spMk id="8" creationId="{A4D88F33-05BF-B65D-337B-A47B825E1AE1}"/>
          </ac:spMkLst>
        </pc:spChg>
        <pc:picChg chg="add del mod">
          <ac:chgData name="Alexandre Castro" userId="c4a23f32b2d08ed7" providerId="LiveId" clId="{03DAF181-4C82-437B-BFAD-14A64D89056C}" dt="2026-02-18T19:15:13.179" v="85" actId="21"/>
          <ac:picMkLst>
            <pc:docMk/>
            <pc:sldMk cId="4158046161" sldId="257"/>
            <ac:picMk id="3" creationId="{978823CF-BA95-E2E6-E8C0-11671D4785BB}"/>
          </ac:picMkLst>
        </pc:picChg>
      </pc:sldChg>
      <pc:sldChg chg="modSp add del">
        <pc:chgData name="Alexandre Castro" userId="c4a23f32b2d08ed7" providerId="LiveId" clId="{03DAF181-4C82-437B-BFAD-14A64D89056C}" dt="2026-02-18T19:09:59.164" v="73" actId="47"/>
        <pc:sldMkLst>
          <pc:docMk/>
          <pc:sldMk cId="475223422" sldId="258"/>
        </pc:sldMkLst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2" creationId="{576787B6-CDBE-6C0E-C449-E65FCE4D5AC2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4" creationId="{DE3A707D-7D78-AB93-8288-1A514B03D8AF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5" creationId="{1B390FC2-D389-1465-646D-BE5DC581BEF6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6" creationId="{CD482FA6-E19E-C71B-875B-7AA1950DBB6F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7" creationId="{25AB18EC-E351-06AF-236C-68209F208C4F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8" creationId="{AD1156B1-AB3B-6146-F1A8-5B9EEC79FCC2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475223422" sldId="258"/>
            <ac:spMk id="9" creationId="{02EC1FF6-3166-7063-FD1D-A55CCC22457C}"/>
          </ac:spMkLst>
        </pc:spChg>
      </pc:sldChg>
      <pc:sldChg chg="new del">
        <pc:chgData name="Alexandre Castro" userId="c4a23f32b2d08ed7" providerId="LiveId" clId="{03DAF181-4C82-437B-BFAD-14A64D89056C}" dt="2026-02-18T18:58:00.883" v="16" actId="680"/>
        <pc:sldMkLst>
          <pc:docMk/>
          <pc:sldMk cId="4082273635" sldId="258"/>
        </pc:sldMkLst>
      </pc:sldChg>
      <pc:sldChg chg="addSp delSp modSp new mod modClrScheme chgLayout">
        <pc:chgData name="Alexandre Castro" userId="c4a23f32b2d08ed7" providerId="LiveId" clId="{03DAF181-4C82-437B-BFAD-14A64D89056C}" dt="2026-02-18T19:10:17.273" v="78" actId="700"/>
        <pc:sldMkLst>
          <pc:docMk/>
          <pc:sldMk cId="4120205958" sldId="258"/>
        </pc:sldMkLst>
        <pc:spChg chg="del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2" creationId="{092E6D68-F3C4-D3FE-F831-3E5CACEB2224}"/>
          </ac:spMkLst>
        </pc:spChg>
        <pc:spChg chg="del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3" creationId="{EF239F79-F12D-4752-0BDF-71DB515C5A0D}"/>
          </ac:spMkLst>
        </pc:spChg>
        <pc:spChg chg="add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4" creationId="{32F98510-8B72-446C-C11C-DC0878EEC866}"/>
          </ac:spMkLst>
        </pc:spChg>
        <pc:spChg chg="add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5" creationId="{23328358-D5AD-FBBA-5757-BE2E60A4C2AE}"/>
          </ac:spMkLst>
        </pc:spChg>
        <pc:spChg chg="add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6" creationId="{1CD09DB9-EC20-ED1B-FCF2-63833B342EFE}"/>
          </ac:spMkLst>
        </pc:spChg>
        <pc:spChg chg="add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7" creationId="{5CAD5D1E-3D81-4FF8-CCC9-6023D40B4462}"/>
          </ac:spMkLst>
        </pc:spChg>
        <pc:spChg chg="add mod ord">
          <ac:chgData name="Alexandre Castro" userId="c4a23f32b2d08ed7" providerId="LiveId" clId="{03DAF181-4C82-437B-BFAD-14A64D89056C}" dt="2026-02-18T19:10:17.273" v="78" actId="700"/>
          <ac:spMkLst>
            <pc:docMk/>
            <pc:sldMk cId="4120205958" sldId="258"/>
            <ac:spMk id="8" creationId="{D43E93B4-7EE1-7D45-4AD3-374A5199E90A}"/>
          </ac:spMkLst>
        </pc:spChg>
      </pc:sldChg>
      <pc:sldChg chg="add del">
        <pc:chgData name="Alexandre Castro" userId="c4a23f32b2d08ed7" providerId="LiveId" clId="{03DAF181-4C82-437B-BFAD-14A64D89056C}" dt="2026-02-18T19:01:31.765" v="32" actId="47"/>
        <pc:sldMkLst>
          <pc:docMk/>
          <pc:sldMk cId="1192547075" sldId="259"/>
        </pc:sldMkLst>
      </pc:sldChg>
      <pc:sldChg chg="modSp add del">
        <pc:chgData name="Alexandre Castro" userId="c4a23f32b2d08ed7" providerId="LiveId" clId="{03DAF181-4C82-437B-BFAD-14A64D89056C}" dt="2026-02-18T19:01:33.071" v="33" actId="47"/>
        <pc:sldMkLst>
          <pc:docMk/>
          <pc:sldMk cId="861721472" sldId="260"/>
        </pc:sldMkLst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3" creationId="{27A74EF6-5D10-E701-81D8-F2CFA2B3F536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4" creationId="{48F2BE0F-3F4C-DBB8-19F2-DA74114507BF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5" creationId="{B9170763-BFDE-9DB7-BAEA-E19522D909EE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6" creationId="{FD283E7E-E7EC-ADE5-72CE-AF77E48AC8FD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7" creationId="{5C1E6B6F-0D99-BC6B-2C0E-F5E255D0EF97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8" creationId="{AFFD8430-C0F3-308C-F244-8A74DA02B6A9}"/>
          </ac:spMkLst>
        </pc:spChg>
        <pc:spChg chg="mod">
          <ac:chgData name="Alexandre Castro" userId="c4a23f32b2d08ed7" providerId="LiveId" clId="{03DAF181-4C82-437B-BFAD-14A64D89056C}" dt="2026-02-18T18:58:04.994" v="25"/>
          <ac:spMkLst>
            <pc:docMk/>
            <pc:sldMk cId="861721472" sldId="260"/>
            <ac:spMk id="9" creationId="{5C6ACCE5-D026-3971-C70F-EEF3DC31741D}"/>
          </ac:spMkLst>
        </pc:spChg>
      </pc:sldChg>
      <pc:sldMasterChg chg="modSldLayout">
        <pc:chgData name="Alexandre Castro" userId="c4a23f32b2d08ed7" providerId="LiveId" clId="{03DAF181-4C82-437B-BFAD-14A64D89056C}" dt="2026-02-18T19:34:24.462" v="118" actId="207"/>
        <pc:sldMasterMkLst>
          <pc:docMk/>
          <pc:sldMasterMk cId="869369796" sldId="2147483663"/>
        </pc:sldMasterMkLst>
        <pc:sldLayoutChg chg="addSp delSp modSp mod">
          <pc:chgData name="Alexandre Castro" userId="c4a23f32b2d08ed7" providerId="LiveId" clId="{03DAF181-4C82-437B-BFAD-14A64D89056C}" dt="2026-02-18T19:34:24.462" v="118" actId="207"/>
          <pc:sldLayoutMkLst>
            <pc:docMk/>
            <pc:sldMasterMk cId="869369796" sldId="2147483663"/>
            <pc:sldLayoutMk cId="3466105654" sldId="2147483672"/>
          </pc:sldLayoutMkLst>
          <pc:spChg chg="mod ord">
            <ac:chgData name="Alexandre Castro" userId="c4a23f32b2d08ed7" providerId="LiveId" clId="{03DAF181-4C82-437B-BFAD-14A64D89056C}" dt="2026-02-18T19:07:05.665" v="68" actId="13244"/>
            <ac:spMkLst>
              <pc:docMk/>
              <pc:sldMasterMk cId="869369796" sldId="2147483663"/>
              <pc:sldLayoutMk cId="3466105654" sldId="2147483672"/>
              <ac:spMk id="2" creationId="{FF9887CE-6004-1908-3BBB-62633A931A7B}"/>
            </ac:spMkLst>
          </pc:spChg>
          <pc:spChg chg="del">
            <ac:chgData name="Alexandre Castro" userId="c4a23f32b2d08ed7" providerId="LiveId" clId="{03DAF181-4C82-437B-BFAD-14A64D89056C}" dt="2026-02-18T19:01:44.138" v="34" actId="478"/>
            <ac:spMkLst>
              <pc:docMk/>
              <pc:sldMasterMk cId="869369796" sldId="2147483663"/>
              <pc:sldLayoutMk cId="3466105654" sldId="2147483672"/>
              <ac:spMk id="3" creationId="{3F593138-3223-CFD0-900D-949FA69F9491}"/>
            </ac:spMkLst>
          </pc:spChg>
          <pc:spChg chg="add del">
            <ac:chgData name="Alexandre Castro" userId="c4a23f32b2d08ed7" providerId="LiveId" clId="{03DAF181-4C82-437B-BFAD-14A64D89056C}" dt="2026-02-18T19:15:38.934" v="89" actId="11529"/>
            <ac:spMkLst>
              <pc:docMk/>
              <pc:sldMasterMk cId="869369796" sldId="2147483663"/>
              <pc:sldLayoutMk cId="3466105654" sldId="2147483672"/>
              <ac:spMk id="3" creationId="{B36F8967-46E6-8848-FF16-02210D28F515}"/>
            </ac:spMkLst>
          </pc:spChg>
          <pc:spChg chg="add del mod">
            <ac:chgData name="Alexandre Castro" userId="c4a23f32b2d08ed7" providerId="LiveId" clId="{03DAF181-4C82-437B-BFAD-14A64D89056C}" dt="2026-02-18T19:15:32.844" v="88" actId="478"/>
            <ac:spMkLst>
              <pc:docMk/>
              <pc:sldMasterMk cId="869369796" sldId="2147483663"/>
              <pc:sldLayoutMk cId="3466105654" sldId="2147483672"/>
              <ac:spMk id="4" creationId="{7A04F851-198A-2C20-D26D-A91A6488964F}"/>
            </ac:spMkLst>
          </pc:spChg>
          <pc:spChg chg="mod ord">
            <ac:chgData name="Alexandre Castro" userId="c4a23f32b2d08ed7" providerId="LiveId" clId="{03DAF181-4C82-437B-BFAD-14A64D89056C}" dt="2026-02-18T19:07:03.852" v="67" actId="13244"/>
            <ac:spMkLst>
              <pc:docMk/>
              <pc:sldMasterMk cId="869369796" sldId="2147483663"/>
              <pc:sldLayoutMk cId="3466105654" sldId="2147483672"/>
              <ac:spMk id="5" creationId="{E9808CE7-FADD-BA89-21D9-CEE4310CBF02}"/>
            </ac:spMkLst>
          </pc:spChg>
          <pc:spChg chg="add del mod">
            <ac:chgData name="Alexandre Castro" userId="c4a23f32b2d08ed7" providerId="LiveId" clId="{03DAF181-4C82-437B-BFAD-14A64D89056C}" dt="2026-02-18T19:34:24.462" v="118" actId="207"/>
            <ac:spMkLst>
              <pc:docMk/>
              <pc:sldMasterMk cId="869369796" sldId="2147483663"/>
              <pc:sldLayoutMk cId="3466105654" sldId="2147483672"/>
              <ac:spMk id="6" creationId="{51A8D6C9-F72D-AEFA-969C-CB42188B44F1}"/>
            </ac:spMkLst>
          </pc:spChg>
          <pc:spChg chg="add del">
            <ac:chgData name="Alexandre Castro" userId="c4a23f32b2d08ed7" providerId="LiveId" clId="{03DAF181-4C82-437B-BFAD-14A64D89056C}" dt="2026-02-18T19:33:02.026" v="106" actId="11529"/>
            <ac:spMkLst>
              <pc:docMk/>
              <pc:sldMasterMk cId="869369796" sldId="2147483663"/>
              <pc:sldLayoutMk cId="3466105654" sldId="2147483672"/>
              <ac:spMk id="8" creationId="{B1A053AB-064E-4585-63E0-9E7405AB70D2}"/>
            </ac:spMkLst>
          </pc:spChg>
          <pc:spChg chg="mod">
            <ac:chgData name="Alexandre Castro" userId="c4a23f32b2d08ed7" providerId="LiveId" clId="{03DAF181-4C82-437B-BFAD-14A64D89056C}" dt="2026-02-18T19:04:42.776" v="53" actId="962"/>
            <ac:spMkLst>
              <pc:docMk/>
              <pc:sldMasterMk cId="869369796" sldId="2147483663"/>
              <pc:sldLayoutMk cId="3466105654" sldId="2147483672"/>
              <ac:spMk id="9" creationId="{0F9BCA95-4213-F77C-34AA-EEBA5A871440}"/>
            </ac:spMkLst>
          </pc:spChg>
          <pc:spChg chg="add del mod">
            <ac:chgData name="Alexandre Castro" userId="c4a23f32b2d08ed7" providerId="LiveId" clId="{03DAF181-4C82-437B-BFAD-14A64D89056C}" dt="2026-02-18T19:33:01.819" v="105" actId="478"/>
            <ac:spMkLst>
              <pc:docMk/>
              <pc:sldMasterMk cId="869369796" sldId="2147483663"/>
              <pc:sldLayoutMk cId="3466105654" sldId="2147483672"/>
              <ac:spMk id="10" creationId="{759265E9-4EA1-277E-A473-DD8C2C06572B}"/>
            </ac:spMkLst>
          </pc:spChg>
          <pc:spChg chg="add del">
            <ac:chgData name="Alexandre Castro" userId="c4a23f32b2d08ed7" providerId="LiveId" clId="{03DAF181-4C82-437B-BFAD-14A64D89056C}" dt="2026-02-18T19:33:01.618" v="104" actId="11529"/>
            <ac:spMkLst>
              <pc:docMk/>
              <pc:sldMasterMk cId="869369796" sldId="2147483663"/>
              <pc:sldLayoutMk cId="3466105654" sldId="2147483672"/>
              <ac:spMk id="11" creationId="{C0CC66F9-BB09-B828-2816-2B3BA1837AD7}"/>
            </ac:spMkLst>
          </pc:spChg>
          <pc:spChg chg="add mod">
            <ac:chgData name="Alexandre Castro" userId="c4a23f32b2d08ed7" providerId="LiveId" clId="{03DAF181-4C82-437B-BFAD-14A64D89056C}" dt="2026-02-18T19:32:59.775" v="103" actId="11529"/>
            <ac:spMkLst>
              <pc:docMk/>
              <pc:sldMasterMk cId="869369796" sldId="2147483663"/>
              <pc:sldLayoutMk cId="3466105654" sldId="2147483672"/>
              <ac:spMk id="12" creationId="{D1E25359-62D4-D857-2683-E58CE824E40B}"/>
            </ac:spMkLst>
          </pc:spChg>
          <pc:spChg chg="del">
            <ac:chgData name="Alexandre Castro" userId="c4a23f32b2d08ed7" providerId="LiveId" clId="{03DAF181-4C82-437B-BFAD-14A64D89056C}" dt="2026-02-18T19:03:34.981" v="41" actId="478"/>
            <ac:spMkLst>
              <pc:docMk/>
              <pc:sldMasterMk cId="869369796" sldId="2147483663"/>
              <pc:sldLayoutMk cId="3466105654" sldId="2147483672"/>
              <ac:spMk id="15" creationId="{CFE8D046-4879-A365-3C22-5DB631918949}"/>
            </ac:spMkLst>
          </pc:spChg>
          <pc:spChg chg="del">
            <ac:chgData name="Alexandre Castro" userId="c4a23f32b2d08ed7" providerId="LiveId" clId="{03DAF181-4C82-437B-BFAD-14A64D89056C}" dt="2026-02-18T19:03:37.799" v="42" actId="478"/>
            <ac:spMkLst>
              <pc:docMk/>
              <pc:sldMasterMk cId="869369796" sldId="2147483663"/>
              <pc:sldLayoutMk cId="3466105654" sldId="2147483672"/>
              <ac:spMk id="16" creationId="{7102F90C-0CB8-1790-9337-E3EEF5B67D58}"/>
            </ac:spMkLst>
          </pc:spChg>
          <pc:spChg chg="del">
            <ac:chgData name="Alexandre Castro" userId="c4a23f32b2d08ed7" providerId="LiveId" clId="{03DAF181-4C82-437B-BFAD-14A64D89056C}" dt="2026-02-18T19:01:46.294" v="35" actId="478"/>
            <ac:spMkLst>
              <pc:docMk/>
              <pc:sldMasterMk cId="869369796" sldId="2147483663"/>
              <pc:sldLayoutMk cId="3466105654" sldId="2147483672"/>
              <ac:spMk id="19" creationId="{713D4A81-8FC0-2B62-C6EA-8790320994C3}"/>
            </ac:spMkLst>
          </pc:spChg>
          <pc:spChg chg="mod ord">
            <ac:chgData name="Alexandre Castro" userId="c4a23f32b2d08ed7" providerId="LiveId" clId="{03DAF181-4C82-437B-BFAD-14A64D89056C}" dt="2026-02-18T19:07:20.823" v="69" actId="13244"/>
            <ac:spMkLst>
              <pc:docMk/>
              <pc:sldMasterMk cId="869369796" sldId="2147483663"/>
              <pc:sldLayoutMk cId="3466105654" sldId="2147483672"/>
              <ac:spMk id="20" creationId="{1FD9D1DB-84BE-275A-0941-356847DDF1CE}"/>
            </ac:spMkLst>
          </pc:spChg>
          <pc:picChg chg="add mod">
            <ac:chgData name="Alexandre Castro" userId="c4a23f32b2d08ed7" providerId="LiveId" clId="{03DAF181-4C82-437B-BFAD-14A64D89056C}" dt="2026-02-18T19:32:12.812" v="93"/>
            <ac:picMkLst>
              <pc:docMk/>
              <pc:sldMasterMk cId="869369796" sldId="2147483663"/>
              <pc:sldLayoutMk cId="3466105654" sldId="2147483672"/>
              <ac:picMk id="3" creationId="{9F0C6577-6DA5-84DD-A16D-D65FC6495DEB}"/>
            </ac:picMkLst>
          </pc:picChg>
          <pc:picChg chg="add mod">
            <ac:chgData name="Alexandre Castro" userId="c4a23f32b2d08ed7" providerId="LiveId" clId="{03DAF181-4C82-437B-BFAD-14A64D89056C}" dt="2026-02-18T19:32:18.259" v="95"/>
            <ac:picMkLst>
              <pc:docMk/>
              <pc:sldMasterMk cId="869369796" sldId="2147483663"/>
              <pc:sldLayoutMk cId="3466105654" sldId="2147483672"/>
              <ac:picMk id="4" creationId="{541248A2-2F11-FB7D-B738-6D33CFA21A70}"/>
            </ac:picMkLst>
          </pc:picChg>
          <pc:picChg chg="add del mod">
            <ac:chgData name="Alexandre Castro" userId="c4a23f32b2d08ed7" providerId="LiveId" clId="{03DAF181-4C82-437B-BFAD-14A64D89056C}" dt="2026-02-18T19:33:04.964" v="109" actId="1076"/>
            <ac:picMkLst>
              <pc:docMk/>
              <pc:sldMasterMk cId="869369796" sldId="2147483663"/>
              <pc:sldLayoutMk cId="3466105654" sldId="2147483672"/>
              <ac:picMk id="7" creationId="{129B80B2-B991-CFD1-19F0-75420FCEE339}"/>
            </ac:picMkLst>
          </pc:picChg>
        </pc:sldLayoutChg>
        <pc:sldLayoutChg chg="addSp delSp modSp mod">
          <pc:chgData name="Alexandre Castro" userId="c4a23f32b2d08ed7" providerId="LiveId" clId="{03DAF181-4C82-437B-BFAD-14A64D89056C}" dt="2026-02-18T19:06:46.240" v="66" actId="13244"/>
          <pc:sldLayoutMkLst>
            <pc:docMk/>
            <pc:sldMasterMk cId="869369796" sldId="2147483663"/>
            <pc:sldLayoutMk cId="1985843787" sldId="2147483718"/>
          </pc:sldLayoutMkLst>
          <pc:spChg chg="ord">
            <ac:chgData name="Alexandre Castro" userId="c4a23f32b2d08ed7" providerId="LiveId" clId="{03DAF181-4C82-437B-BFAD-14A64D89056C}" dt="2026-02-18T19:06:36.618" v="64" actId="13244"/>
            <ac:spMkLst>
              <pc:docMk/>
              <pc:sldMasterMk cId="869369796" sldId="2147483663"/>
              <pc:sldLayoutMk cId="1985843787" sldId="2147483718"/>
              <ac:spMk id="2" creationId="{FF9887CE-6004-1908-3BBB-62633A931A7B}"/>
            </ac:spMkLst>
          </pc:spChg>
          <pc:spChg chg="add mod">
            <ac:chgData name="Alexandre Castro" userId="c4a23f32b2d08ed7" providerId="LiveId" clId="{03DAF181-4C82-437B-BFAD-14A64D89056C}" dt="2026-02-18T19:05:04.727" v="57" actId="14100"/>
            <ac:spMkLst>
              <pc:docMk/>
              <pc:sldMasterMk cId="869369796" sldId="2147483663"/>
              <pc:sldLayoutMk cId="1985843787" sldId="2147483718"/>
              <ac:spMk id="3" creationId="{35C640AB-A88C-A8A2-EB3E-6B5D1F3C8E19}"/>
            </ac:spMkLst>
          </pc:spChg>
          <pc:spChg chg="del">
            <ac:chgData name="Alexandre Castro" userId="c4a23f32b2d08ed7" providerId="LiveId" clId="{03DAF181-4C82-437B-BFAD-14A64D89056C}" dt="2026-02-18T19:04:55.868" v="54" actId="478"/>
            <ac:spMkLst>
              <pc:docMk/>
              <pc:sldMasterMk cId="869369796" sldId="2147483663"/>
              <pc:sldLayoutMk cId="1985843787" sldId="2147483718"/>
              <ac:spMk id="4" creationId="{7A04F851-198A-2C20-D26D-A91A6488964F}"/>
            </ac:spMkLst>
          </pc:spChg>
          <pc:spChg chg="ord">
            <ac:chgData name="Alexandre Castro" userId="c4a23f32b2d08ed7" providerId="LiveId" clId="{03DAF181-4C82-437B-BFAD-14A64D89056C}" dt="2026-02-18T19:06:42.841" v="65" actId="13244"/>
            <ac:spMkLst>
              <pc:docMk/>
              <pc:sldMasterMk cId="869369796" sldId="2147483663"/>
              <pc:sldLayoutMk cId="1985843787" sldId="2147483718"/>
              <ac:spMk id="5" creationId="{E9808CE7-FADD-BA89-21D9-CEE4310CBF02}"/>
            </ac:spMkLst>
          </pc:spChg>
          <pc:spChg chg="mod ord">
            <ac:chgData name="Alexandre Castro" userId="c4a23f32b2d08ed7" providerId="LiveId" clId="{03DAF181-4C82-437B-BFAD-14A64D89056C}" dt="2026-02-18T19:06:46.240" v="66" actId="13244"/>
            <ac:spMkLst>
              <pc:docMk/>
              <pc:sldMasterMk cId="869369796" sldId="2147483663"/>
              <pc:sldLayoutMk cId="1985843787" sldId="2147483718"/>
              <ac:spMk id="20" creationId="{1FD9D1DB-84BE-275A-0941-356847DDF1CE}"/>
            </ac:spMkLst>
          </pc:spChg>
        </pc:sldLayoutChg>
      </pc:sldMasterChg>
      <pc:sldMasterChg chg="add del">
        <pc:chgData name="Alexandre Castro" userId="c4a23f32b2d08ed7" providerId="LiveId" clId="{03DAF181-4C82-437B-BFAD-14A64D89056C}" dt="2026-02-18T18:58:06.001" v="26" actId="2696"/>
        <pc:sldMasterMkLst>
          <pc:docMk/>
          <pc:sldMasterMk cId="1893732688" sldId="2147483687"/>
        </pc:sldMasterMkLst>
      </pc:sldMasterChg>
      <pc:sldMasterChg chg="add del">
        <pc:chgData name="Alexandre Castro" userId="c4a23f32b2d08ed7" providerId="LiveId" clId="{03DAF181-4C82-437B-BFAD-14A64D89056C}" dt="2026-02-18T18:58:06.202" v="27" actId="2696"/>
        <pc:sldMasterMkLst>
          <pc:docMk/>
          <pc:sldMasterMk cId="481415801" sldId="2147483690"/>
        </pc:sldMasterMkLst>
      </pc:sldMasterChg>
      <pc:sldMasterChg chg="add del">
        <pc:chgData name="Alexandre Castro" userId="c4a23f32b2d08ed7" providerId="LiveId" clId="{03DAF181-4C82-437B-BFAD-14A64D89056C}" dt="2026-02-18T18:58:06.400" v="28" actId="2696"/>
        <pc:sldMasterMkLst>
          <pc:docMk/>
          <pc:sldMasterMk cId="3228805399" sldId="2147483695"/>
        </pc:sldMasterMkLst>
      </pc:sldMasterChg>
      <pc:sldMasterChg chg="add del">
        <pc:chgData name="Alexandre Castro" userId="c4a23f32b2d08ed7" providerId="LiveId" clId="{03DAF181-4C82-437B-BFAD-14A64D89056C}" dt="2026-02-18T18:58:06.664" v="29" actId="2696"/>
        <pc:sldMasterMkLst>
          <pc:docMk/>
          <pc:sldMasterMk cId="1196678981" sldId="2147483700"/>
        </pc:sldMasterMkLst>
      </pc:sldMasterChg>
      <pc:sldMasterChg chg="addSldLayout delSldLayout modSldLayout">
        <pc:chgData name="Alexandre Castro" userId="c4a23f32b2d08ed7" providerId="LiveId" clId="{03DAF181-4C82-437B-BFAD-14A64D89056C}" dt="2026-02-18T18:58:32.115" v="31" actId="478"/>
        <pc:sldMasterMkLst>
          <pc:docMk/>
          <pc:sldMasterMk cId="2893209856" sldId="2147483702"/>
        </pc:sldMasterMkLst>
        <pc:sldLayoutChg chg="addSp delSp modSp mod">
          <pc:chgData name="Alexandre Castro" userId="c4a23f32b2d08ed7" providerId="LiveId" clId="{03DAF181-4C82-437B-BFAD-14A64D89056C}" dt="2026-02-18T18:58:32.115" v="31" actId="478"/>
          <pc:sldLayoutMkLst>
            <pc:docMk/>
            <pc:sldMasterMk cId="2893209856" sldId="2147483702"/>
            <pc:sldLayoutMk cId="30617468" sldId="2147483705"/>
          </pc:sldLayoutMkLst>
          <pc:spChg chg="del">
            <ac:chgData name="Alexandre Castro" userId="c4a23f32b2d08ed7" providerId="LiveId" clId="{03DAF181-4C82-437B-BFAD-14A64D89056C}" dt="2026-02-18T18:58:32.115" v="31" actId="478"/>
            <ac:spMkLst>
              <pc:docMk/>
              <pc:sldMasterMk cId="2893209856" sldId="2147483702"/>
              <pc:sldLayoutMk cId="30617468" sldId="2147483705"/>
              <ac:spMk id="4" creationId="{BE1377B7-CDF8-530A-478C-0F10B3CB0206}"/>
            </ac:spMkLst>
          </pc:spChg>
          <pc:spChg chg="add mod">
            <ac:chgData name="Alexandre Castro" userId="c4a23f32b2d08ed7" providerId="LiveId" clId="{03DAF181-4C82-437B-BFAD-14A64D89056C}" dt="2026-02-18T18:58:27.963" v="30"/>
            <ac:spMkLst>
              <pc:docMk/>
              <pc:sldMasterMk cId="2893209856" sldId="2147483702"/>
              <pc:sldLayoutMk cId="30617468" sldId="2147483705"/>
              <ac:spMk id="5" creationId="{385F5ED9-1242-3840-D783-00D88CB7754D}"/>
            </ac:spMkLst>
          </pc:spChg>
        </pc:sldLayoutChg>
        <pc:sldLayoutChg chg="modSp mod">
          <pc:chgData name="Alexandre Castro" userId="c4a23f32b2d08ed7" providerId="LiveId" clId="{03DAF181-4C82-437B-BFAD-14A64D89056C}" dt="2026-02-18T18:58:04.759" v="24" actId="207"/>
          <pc:sldLayoutMkLst>
            <pc:docMk/>
            <pc:sldMasterMk cId="2893209856" sldId="2147483702"/>
            <pc:sldLayoutMk cId="1488197590" sldId="2147483719"/>
          </pc:sldLayoutMkLst>
          <pc:spChg chg="mod">
            <ac:chgData name="Alexandre Castro" userId="c4a23f32b2d08ed7" providerId="LiveId" clId="{03DAF181-4C82-437B-BFAD-14A64D89056C}" dt="2026-02-18T18:58:04.759" v="24" actId="207"/>
            <ac:spMkLst>
              <pc:docMk/>
              <pc:sldMasterMk cId="2893209856" sldId="2147483702"/>
              <pc:sldLayoutMk cId="1488197590" sldId="2147483719"/>
              <ac:spMk id="6" creationId="{9E6946DD-ED10-2214-0A2D-784621621A24}"/>
            </ac:spMkLst>
          </pc:spChg>
        </pc:sldLayoutChg>
        <pc:sldLayoutChg chg="add del">
          <pc:chgData name="Alexandre Castro" userId="c4a23f32b2d08ed7" providerId="LiveId" clId="{03DAF181-4C82-437B-BFAD-14A64D89056C}" dt="2026-02-18T18:58:03.978" v="22" actId="47"/>
          <pc:sldLayoutMkLst>
            <pc:docMk/>
            <pc:sldMasterMk cId="2893209856" sldId="2147483702"/>
            <pc:sldLayoutMk cId="2855520373" sldId="2147483724"/>
          </pc:sldLayoutMkLst>
        </pc:sldLayoutChg>
        <pc:sldLayoutChg chg="add del">
          <pc:chgData name="Alexandre Castro" userId="c4a23f32b2d08ed7" providerId="LiveId" clId="{03DAF181-4C82-437B-BFAD-14A64D89056C}" dt="2026-02-18T18:58:03.776" v="21" actId="47"/>
          <pc:sldLayoutMkLst>
            <pc:docMk/>
            <pc:sldMasterMk cId="2893209856" sldId="2147483702"/>
            <pc:sldLayoutMk cId="2386442239" sldId="2147483725"/>
          </pc:sldLayoutMkLst>
        </pc:sldLayoutChg>
        <pc:sldLayoutChg chg="add del">
          <pc:chgData name="Alexandre Castro" userId="c4a23f32b2d08ed7" providerId="LiveId" clId="{03DAF181-4C82-437B-BFAD-14A64D89056C}" dt="2026-02-18T18:58:03.483" v="20" actId="47"/>
          <pc:sldLayoutMkLst>
            <pc:docMk/>
            <pc:sldMasterMk cId="2893209856" sldId="2147483702"/>
            <pc:sldLayoutMk cId="1123717949" sldId="2147483726"/>
          </pc:sldLayoutMkLst>
        </pc:sldLayoutChg>
        <pc:sldLayoutChg chg="add del">
          <pc:chgData name="Alexandre Castro" userId="c4a23f32b2d08ed7" providerId="LiveId" clId="{03DAF181-4C82-437B-BFAD-14A64D89056C}" dt="2026-02-18T18:58:03.039" v="19" actId="47"/>
          <pc:sldLayoutMkLst>
            <pc:docMk/>
            <pc:sldMasterMk cId="2893209856" sldId="2147483702"/>
            <pc:sldLayoutMk cId="442375156" sldId="2147483727"/>
          </pc:sldLayoutMkLst>
        </pc:sldLayoutChg>
      </pc:sldMasterChg>
      <pc:sldMasterChg chg="modSldLayout">
        <pc:chgData name="Alexandre Castro" userId="c4a23f32b2d08ed7" providerId="LiveId" clId="{03DAF181-4C82-437B-BFAD-14A64D89056C}" dt="2026-02-18T19:08:04.150" v="71" actId="962"/>
        <pc:sldMasterMkLst>
          <pc:docMk/>
          <pc:sldMasterMk cId="2629315497" sldId="2147483713"/>
        </pc:sldMasterMkLst>
        <pc:sldLayoutChg chg="modSp">
          <pc:chgData name="Alexandre Castro" userId="c4a23f32b2d08ed7" providerId="LiveId" clId="{03DAF181-4C82-437B-BFAD-14A64D89056C}" dt="2026-02-18T19:08:04.150" v="71" actId="962"/>
          <pc:sldLayoutMkLst>
            <pc:docMk/>
            <pc:sldMasterMk cId="2629315497" sldId="2147483713"/>
            <pc:sldLayoutMk cId="299800247" sldId="2147483714"/>
          </pc:sldLayoutMkLst>
          <pc:spChg chg="mod">
            <ac:chgData name="Alexandre Castro" userId="c4a23f32b2d08ed7" providerId="LiveId" clId="{03DAF181-4C82-437B-BFAD-14A64D89056C}" dt="2026-02-18T19:08:04.150" v="71" actId="962"/>
            <ac:spMkLst>
              <pc:docMk/>
              <pc:sldMasterMk cId="2629315497" sldId="2147483713"/>
              <pc:sldLayoutMk cId="299800247" sldId="2147483714"/>
              <ac:spMk id="2" creationId="{D497DB19-96BC-11BE-35E2-ED535ED5C6A4}"/>
            </ac:spMkLst>
          </pc:spChg>
          <pc:spChg chg="mod">
            <ac:chgData name="Alexandre Castro" userId="c4a23f32b2d08ed7" providerId="LiveId" clId="{03DAF181-4C82-437B-BFAD-14A64D89056C}" dt="2026-02-18T19:08:04.150" v="71" actId="962"/>
            <ac:spMkLst>
              <pc:docMk/>
              <pc:sldMasterMk cId="2629315497" sldId="2147483713"/>
              <pc:sldLayoutMk cId="299800247" sldId="2147483714"/>
              <ac:spMk id="5" creationId="{C2D2DE72-8AD4-5BED-5915-80654A4A0F76}"/>
            </ac:spMkLst>
          </pc:spChg>
        </pc:sldLayoutChg>
      </pc:sldMasterChg>
    </pc:docChg>
  </pc:docChgLst>
  <pc:docChgLst>
    <pc:chgData name="Alexandre Castro" userId="c4a23f32b2d08ed7" providerId="LiveId" clId="{55572F0D-D212-4414-99C3-B790B901A27B}"/>
    <pc:docChg chg="custSel modMainMaster">
      <pc:chgData name="Alexandre Castro" userId="c4a23f32b2d08ed7" providerId="LiveId" clId="{55572F0D-D212-4414-99C3-B790B901A27B}" dt="2026-01-29T12:19:40.610" v="3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7DB19-96BC-11BE-35E2-ED535ED5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D2DE72-8AD4-5BED-5915-80654A4A0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3683" y="5373277"/>
            <a:ext cx="5894569" cy="12240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4329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/ Titulo e texto -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F0A62F7F-B32D-7E63-904A-27D171C223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0851" y="1617490"/>
            <a:ext cx="4799527" cy="533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B4B0B0EE-C025-D4B9-11C8-2B6F5BC074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0851" y="2177129"/>
            <a:ext cx="4799527" cy="20853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5" name="Espaço Reservado para Mídia 6">
            <a:extLst>
              <a:ext uri="{FF2B5EF4-FFF2-40B4-BE49-F238E27FC236}">
                <a16:creationId xmlns:a16="http://schemas.microsoft.com/office/drawing/2014/main" id="{C7671A2C-70A3-120B-FB41-6639B9465DC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2048B47E-1D17-9339-7647-A1EFDC5CFD3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28688" y="1603717"/>
            <a:ext cx="4811712" cy="4614521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Texto 3">
            <a:extLst>
              <a:ext uri="{FF2B5EF4-FFF2-40B4-BE49-F238E27FC236}">
                <a16:creationId xmlns:a16="http://schemas.microsoft.com/office/drawing/2014/main" id="{72018877-C073-833F-D44C-C540DE3A70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53641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/ Ti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F0A62F7F-B32D-7E63-904A-27D171C223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0851" y="1153255"/>
            <a:ext cx="4799527" cy="533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B4B0B0EE-C025-D4B9-11C8-2B6F5BC074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0851" y="1712893"/>
            <a:ext cx="4799527" cy="23954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5" name="Espaço Reservado para Mídia 6">
            <a:extLst>
              <a:ext uri="{FF2B5EF4-FFF2-40B4-BE49-F238E27FC236}">
                <a16:creationId xmlns:a16="http://schemas.microsoft.com/office/drawing/2014/main" id="{C7671A2C-70A3-120B-FB41-6639B9465DC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2048B47E-1D17-9339-7647-A1EFDC5CFD3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28688" y="1139825"/>
            <a:ext cx="4811712" cy="5078413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251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/ Texto sem título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B4B0B0EE-C025-D4B9-11C8-2B6F5BC074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0851" y="1589649"/>
            <a:ext cx="4799527" cy="2518711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5" name="Espaço Reservado para Mídia 6">
            <a:extLst>
              <a:ext uri="{FF2B5EF4-FFF2-40B4-BE49-F238E27FC236}">
                <a16:creationId xmlns:a16="http://schemas.microsoft.com/office/drawing/2014/main" id="{C7671A2C-70A3-120B-FB41-6639B9465DC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8BF6B188-467A-0F01-BC6C-53BD07DBD8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28688" y="1603717"/>
            <a:ext cx="4811712" cy="4614521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C682C60-079A-F8EC-3BAF-96D0AB9721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373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/ Texto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B4B0B0EE-C025-D4B9-11C8-2B6F5BC074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0851" y="1133341"/>
            <a:ext cx="4799527" cy="2975019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5" name="Espaço Reservado para Mídia 6">
            <a:extLst>
              <a:ext uri="{FF2B5EF4-FFF2-40B4-BE49-F238E27FC236}">
                <a16:creationId xmlns:a16="http://schemas.microsoft.com/office/drawing/2014/main" id="{C7671A2C-70A3-120B-FB41-6639B9465DC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8BF6B188-467A-0F01-BC6C-53BD07DBD8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28688" y="1139825"/>
            <a:ext cx="4811712" cy="5078413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3767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Texto / Midia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Mídia 6">
            <a:extLst>
              <a:ext uri="{FF2B5EF4-FFF2-40B4-BE49-F238E27FC236}">
                <a16:creationId xmlns:a16="http://schemas.microsoft.com/office/drawing/2014/main" id="{D3A39309-BC7A-4E28-3B28-9C93CFB05994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B3A40A9-812E-D8DC-5F1B-6AA8504198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617785"/>
            <a:ext cx="4799527" cy="4551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62F98E86-C86B-0574-2429-250820A07AC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29375" y="1589649"/>
            <a:ext cx="4810125" cy="2560076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AEBC23-F290-1EBE-A220-276B826E7FB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91438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Texto / Mi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Mídia 6">
            <a:extLst>
              <a:ext uri="{FF2B5EF4-FFF2-40B4-BE49-F238E27FC236}">
                <a16:creationId xmlns:a16="http://schemas.microsoft.com/office/drawing/2014/main" id="{D3A39309-BC7A-4E28-3B28-9C93CFB05994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B3A40A9-812E-D8DC-5F1B-6AA8504198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146221"/>
            <a:ext cx="4799527" cy="5022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62F98E86-C86B-0574-2429-250820A07AC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29375" y="1125538"/>
            <a:ext cx="4810125" cy="3024187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9188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/ Midia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Mídia 6">
            <a:extLst>
              <a:ext uri="{FF2B5EF4-FFF2-40B4-BE49-F238E27FC236}">
                <a16:creationId xmlns:a16="http://schemas.microsoft.com/office/drawing/2014/main" id="{D3A39309-BC7A-4E28-3B28-9C93CFB05994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41680E66-D4C4-1423-79C5-2DB3F5ED3D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9426" y="1587208"/>
            <a:ext cx="4799527" cy="533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B3A40A9-812E-D8DC-5F1B-6AA8504198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2146846"/>
            <a:ext cx="4799527" cy="4458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CC840002-AE51-293D-56BD-FB51DD78443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29375" y="1575582"/>
            <a:ext cx="4810125" cy="2574143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3">
            <a:extLst>
              <a:ext uri="{FF2B5EF4-FFF2-40B4-BE49-F238E27FC236}">
                <a16:creationId xmlns:a16="http://schemas.microsoft.com/office/drawing/2014/main" id="{5E776EBC-4F7F-0A6F-EB9E-B214E6CC67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1643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/ Mi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Mídia 6">
            <a:extLst>
              <a:ext uri="{FF2B5EF4-FFF2-40B4-BE49-F238E27FC236}">
                <a16:creationId xmlns:a16="http://schemas.microsoft.com/office/drawing/2014/main" id="{D3A39309-BC7A-4E28-3B28-9C93CFB05994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41680E66-D4C4-1423-79C5-2DB3F5ED3D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9426" y="1151109"/>
            <a:ext cx="4799527" cy="533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B3A40A9-812E-D8DC-5F1B-6AA8504198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710747"/>
            <a:ext cx="4799527" cy="4458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30F72DA-C83F-B628-40A1-9C0C1415315E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452315" y="1150938"/>
            <a:ext cx="4810998" cy="3021012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61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 e Texto / Midia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7" name="Espaço Reservado para Mídia 6">
            <a:extLst>
              <a:ext uri="{FF2B5EF4-FFF2-40B4-BE49-F238E27FC236}">
                <a16:creationId xmlns:a16="http://schemas.microsoft.com/office/drawing/2014/main" id="{D3A39309-BC7A-4E28-3B28-9C93CFB05994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B3A40A9-812E-D8DC-5F1B-6AA8504198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617785"/>
            <a:ext cx="4799527" cy="4551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AEBC23-F290-1EBE-A220-276B826E7FB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98F6EF2-57A1-070B-20B3-67786FF1FAB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52315" y="1691148"/>
            <a:ext cx="4790941" cy="2595717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127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martpodium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20" name="bullets">
            <a:extLst>
              <a:ext uri="{FF2B5EF4-FFF2-40B4-BE49-F238E27FC236}">
                <a16:creationId xmlns:a16="http://schemas.microsoft.com/office/drawing/2014/main" id="{1FD9D1DB-84BE-275A-0941-356847DDF1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589354"/>
            <a:ext cx="4799527" cy="5015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5" name="pip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51A8D6C9-F72D-AEFA-969C-CB42188B44F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52315" y="1589088"/>
            <a:ext cx="4810998" cy="2681287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10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martpodium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35C640AB-A88C-A8A2-EB3E-6B5D1F3C8E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43729" y="1550175"/>
            <a:ext cx="4799527" cy="2683497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Char char="•"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code">
            <a:extLst>
              <a:ext uri="{FF2B5EF4-FFF2-40B4-BE49-F238E27FC236}">
                <a16:creationId xmlns:a16="http://schemas.microsoft.com/office/drawing/2014/main" id="{1FD9D1DB-84BE-275A-0941-356847DDF1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589354"/>
            <a:ext cx="4799527" cy="50157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Consolas" panose="020B0609020204030204" pitchFamily="49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5" name="pip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</p:spTree>
    <p:extLst>
      <p:ext uri="{BB962C8B-B14F-4D97-AF65-F5344CB8AC3E}">
        <p14:creationId xmlns:p14="http://schemas.microsoft.com/office/powerpoint/2010/main" val="198584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 com título em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5" name="Espaço Reservado para Texto 11">
            <a:extLst>
              <a:ext uri="{FF2B5EF4-FFF2-40B4-BE49-F238E27FC236}">
                <a16:creationId xmlns:a16="http://schemas.microsoft.com/office/drawing/2014/main" id="{CFE8D046-4879-A365-3C22-5DB6319189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0851" y="1153255"/>
            <a:ext cx="4799527" cy="533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0851" y="1712893"/>
            <a:ext cx="4799527" cy="23954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9" name="Espaço Reservado para Texto 11">
            <a:extLst>
              <a:ext uri="{FF2B5EF4-FFF2-40B4-BE49-F238E27FC236}">
                <a16:creationId xmlns:a16="http://schemas.microsoft.com/office/drawing/2014/main" id="{713D4A81-8FC0-2B62-C6EA-8790320994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9426" y="1151109"/>
            <a:ext cx="4799527" cy="533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0" name="Espaço Reservado para Texto 11">
            <a:extLst>
              <a:ext uri="{FF2B5EF4-FFF2-40B4-BE49-F238E27FC236}">
                <a16:creationId xmlns:a16="http://schemas.microsoft.com/office/drawing/2014/main" id="{1FD9D1DB-84BE-275A-0941-356847DDF1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426" y="1710747"/>
            <a:ext cx="4799527" cy="4458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772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no topo / Titulo e texto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5" name="Espaço Reservado para Texto 11">
            <a:extLst>
              <a:ext uri="{FF2B5EF4-FFF2-40B4-BE49-F238E27FC236}">
                <a16:creationId xmlns:a16="http://schemas.microsoft.com/office/drawing/2014/main" id="{CFE8D046-4879-A365-3C22-5DB6319189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8693" y="4522765"/>
            <a:ext cx="5177307" cy="44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8693" y="4979965"/>
            <a:ext cx="5177307" cy="1589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79A8EF92-1459-B49C-576E-4A01E291D7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4400" y="1603618"/>
            <a:ext cx="10339388" cy="2785501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4A09DD3D-8D4B-EBEF-0B7A-87C0693914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28437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no topo / Ti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79A8EF92-1459-B49C-576E-4A01E291D7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4400" y="1111249"/>
            <a:ext cx="10339388" cy="32216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60132183-5EC0-69C4-935B-68F69C410A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8693" y="4522765"/>
            <a:ext cx="5177307" cy="44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0C049EC7-4C7F-F5A5-1B71-774D93FEE8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8693" y="4979965"/>
            <a:ext cx="5177307" cy="1589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5815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em 2 colunas / Titulo e texto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1214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5" name="Espaço Reservado para Texto 11">
            <a:extLst>
              <a:ext uri="{FF2B5EF4-FFF2-40B4-BE49-F238E27FC236}">
                <a16:creationId xmlns:a16="http://schemas.microsoft.com/office/drawing/2014/main" id="{CFE8D046-4879-A365-3C22-5DB6319189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8693" y="4522765"/>
            <a:ext cx="4947535" cy="44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8693" y="4979965"/>
            <a:ext cx="4947535" cy="1589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79A8EF92-1459-B49C-576E-4A01E291D7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4400" y="1603618"/>
            <a:ext cx="4965895" cy="2729231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4A09DD3D-8D4B-EBEF-0B7A-87C0693914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1D49F6D-514A-0C40-C072-BED7A1B643D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99981" y="1601274"/>
            <a:ext cx="4965895" cy="2729231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9256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em 2 colunas / Ti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5" name="Espaço Reservado para Texto 11">
            <a:extLst>
              <a:ext uri="{FF2B5EF4-FFF2-40B4-BE49-F238E27FC236}">
                <a16:creationId xmlns:a16="http://schemas.microsoft.com/office/drawing/2014/main" id="{CFE8D046-4879-A365-3C22-5DB6319189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8694" y="4522765"/>
            <a:ext cx="4961601" cy="44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8694" y="4979965"/>
            <a:ext cx="4961601" cy="1589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79A8EF92-1459-B49C-576E-4A01E291D7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4400" y="1041010"/>
            <a:ext cx="4965895" cy="329184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1D49F6D-514A-0C40-C072-BED7A1B643D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99981" y="1038666"/>
            <a:ext cx="4965895" cy="329184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6134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acima / Texto -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8693" y="3907299"/>
            <a:ext cx="10349529" cy="4818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79A8EF92-1459-B49C-576E-4A01E291D7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4400" y="1589548"/>
            <a:ext cx="10339388" cy="2208726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9315A5A8-E70D-E032-A700-FC195CB672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09536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acima 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887CE-6004-1908-3BBB-62633A9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8693" y="3555610"/>
            <a:ext cx="10349529" cy="7913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79A8EF92-1459-B49C-576E-4A01E291D76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4400" y="984638"/>
            <a:ext cx="10339388" cy="2444361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3777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em 3 colunas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987" y="2176531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31A4F207-E1EC-EE2B-B3C3-8E6C241DA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6771" y="1614745"/>
            <a:ext cx="3301284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747753D7-8F77-7CD1-71B3-DD9283900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36771" y="2174384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50556" y="1612599"/>
            <a:ext cx="3301284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50556" y="2172238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31098917-634A-A550-12C4-685D677C0F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4400" y="1620594"/>
            <a:ext cx="3320603" cy="543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864BA-AD3A-2E7D-C5BF-9C48FB98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C435A2-338A-2D44-2900-238E9948011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5694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em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864BA-AD3A-2E7D-C5BF-9C48FB98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1214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6F2FEEB9-E23D-E8FE-E021-E743443C2E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32652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60CE90AA-07E1-E8CC-85D3-5C7B37A9CC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68AFBCA-5B82-743A-F888-D3CF2B166A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A0672669-B379-FCC8-F01D-44BAE9DC28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A054233E-00E8-7342-3DD6-D5B1656BD60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0866" y="1085058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EB3FBE82-95CA-F32B-C24F-97A5433028C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0866" y="1643575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760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em 2 colunas / Midia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987" y="2176531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31A4F207-E1EC-EE2B-B3C3-8E6C241DA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6771" y="1614745"/>
            <a:ext cx="3301284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747753D7-8F77-7CD1-71B3-DD9283900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36771" y="2174384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31098917-634A-A550-12C4-685D677C0F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4400" y="1620594"/>
            <a:ext cx="3320603" cy="543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864BA-AD3A-2E7D-C5BF-9C48FB98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C435A2-338A-2D44-2900-238E9948011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CF5AB65A-EECC-98A3-D0D7-DBE39ED7FE9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7920257" y="1603375"/>
            <a:ext cx="3348038" cy="251777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0650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em 2 colunas / Mi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864BA-AD3A-2E7D-C5BF-9C48FB98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CF5AB65A-EECC-98A3-D0D7-DBE39ED7FE9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7920257" y="1083213"/>
            <a:ext cx="3348038" cy="298235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D312A11C-8790-8F8C-FF9A-27BE771D98E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DFBF1E3-3D23-7EA1-8E02-CF795409D1C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C4096A3C-77B7-2D25-1684-F0C40819CF9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0866" y="1085058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410717CC-9213-6ECB-7F95-8ADCEC6107F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0866" y="1643575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05625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/ Título e texto em 2 colunas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31A4F207-E1EC-EE2B-B3C3-8E6C241DA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6771" y="1614745"/>
            <a:ext cx="3301284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747753D7-8F77-7CD1-71B3-DD9283900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36771" y="2174384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50556" y="1612599"/>
            <a:ext cx="3301284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50556" y="2172238"/>
            <a:ext cx="3301284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864BA-AD3A-2E7D-C5BF-9C48FB98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C435A2-338A-2D44-2900-238E9948011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21832412-430B-9384-E972-5332E7DFF7D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14401" y="1614745"/>
            <a:ext cx="3333750" cy="3868738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666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ia / Título e texto em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E864BA-AD3A-2E7D-C5BF-9C48FB98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6F2FEEB9-E23D-E8FE-E021-E743443C2E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32652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60CE90AA-07E1-E8CC-85D3-5C7B37A9CC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68AFBCA-5B82-743A-F888-D3CF2B166A3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A0672669-B379-FCC8-F01D-44BAE9DC28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1" name="Espaço Reservado para Conteúdo 5">
            <a:extLst>
              <a:ext uri="{FF2B5EF4-FFF2-40B4-BE49-F238E27FC236}">
                <a16:creationId xmlns:a16="http://schemas.microsoft.com/office/drawing/2014/main" id="{A57AC9D4-8C7F-9976-A12C-2431A4779B7D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14401" y="1073334"/>
            <a:ext cx="3333750" cy="441306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37775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0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numeradas com 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987" y="2317206"/>
            <a:ext cx="3320602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7" name="Espaço Reservado para Texto 11">
            <a:extLst>
              <a:ext uri="{FF2B5EF4-FFF2-40B4-BE49-F238E27FC236}">
                <a16:creationId xmlns:a16="http://schemas.microsoft.com/office/drawing/2014/main" id="{31A4F207-E1EC-EE2B-B3C3-8E6C241DAB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6771" y="1761270"/>
            <a:ext cx="3301284" cy="5420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747753D7-8F77-7CD1-71B3-DD9283900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36771" y="2317206"/>
            <a:ext cx="3301284" cy="19609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50556" y="1761269"/>
            <a:ext cx="3301284" cy="5491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50556" y="2317206"/>
            <a:ext cx="3301284" cy="19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31098917-634A-A550-12C4-685D677C0F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4400" y="1761269"/>
            <a:ext cx="3320603" cy="543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E5C0AE1-CA31-52B5-A3A2-A037C869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1762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numeradas com Texto sem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7102F90C-0CB8-1790-9337-E3EEF5B67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987" y="1754501"/>
            <a:ext cx="3318458" cy="25545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747753D7-8F77-7CD1-71B3-DD9283900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36771" y="1752354"/>
            <a:ext cx="3301284" cy="25545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50556" y="1750208"/>
            <a:ext cx="3301284" cy="25545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E5C0AE1-CA31-52B5-A3A2-A037C869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2743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com título -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32652" y="1593838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2152355"/>
            <a:ext cx="3219188" cy="21523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AFA4361A-2B8F-EB3F-EEC6-324D6B7DF7A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1593838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2152355"/>
            <a:ext cx="3219188" cy="21523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8848536C-5E90-9BE6-8442-0AF5939DA9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0160" y="1593838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2152355"/>
            <a:ext cx="3219188" cy="21523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E1B7D236-F668-9EE3-7257-2476E47212B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46D0786-84A5-11D2-C33D-C5D9429C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7274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com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32652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AFA4361A-2B8F-EB3F-EEC6-324D6B7DF7A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8848536C-5E90-9BE6-8442-0AF5939DA9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0160" y="1073335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1631852"/>
            <a:ext cx="3219188" cy="24002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23E13638-39E4-1A12-363E-7CAC750ED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9684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sem título - sub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1617776"/>
            <a:ext cx="3219188" cy="271507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1617776"/>
            <a:ext cx="3219188" cy="271507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1617776"/>
            <a:ext cx="3219188" cy="271507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ED786D44-B00D-098A-A8CC-A9A65F6ABBE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C2142532-31BC-8C13-501A-D78AC490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0552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sem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1083209"/>
            <a:ext cx="3219188" cy="31793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1083209"/>
            <a:ext cx="3219188" cy="31793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1083209"/>
            <a:ext cx="3219188" cy="31793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20CB12-F253-2922-D2B1-65EAA935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4098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com título - subtítul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32652" y="2789590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3348108"/>
            <a:ext cx="3219188" cy="9144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AFA4361A-2B8F-EB3F-EEC6-324D6B7DF7A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2789590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3348108"/>
            <a:ext cx="3219188" cy="9144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8848536C-5E90-9BE6-8442-0AF5939DA9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0160" y="2789590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3348108"/>
            <a:ext cx="3219188" cy="9144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E1B7D236-F668-9EE3-7257-2476E47212B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46D0786-84A5-11D2-C33D-C5D9429C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C45FE7F-E0A1-D9D0-1A15-5522FED26DB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14400" y="1603375"/>
            <a:ext cx="3263900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0D995D49-5F70-6AEC-1B3E-6955862053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478118" y="1601031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214C0D20-26DF-8E92-E29D-361A6A92D43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020832" y="1598686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6101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com título - 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1" name="Espaço Reservado para Texto 11">
            <a:extLst>
              <a:ext uri="{FF2B5EF4-FFF2-40B4-BE49-F238E27FC236}">
                <a16:creationId xmlns:a16="http://schemas.microsoft.com/office/drawing/2014/main" id="{82343F08-1AAE-BAC0-98A6-4FF011DD85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32652" y="2578579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3137097"/>
            <a:ext cx="3219188" cy="9144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AFA4361A-2B8F-EB3F-EEC6-324D6B7DF7A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86406" y="2578579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3137097"/>
            <a:ext cx="3219188" cy="9144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8848536C-5E90-9BE6-8442-0AF5939DA9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0160" y="2578579"/>
            <a:ext cx="3219188" cy="5338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rgbClr val="121214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3137097"/>
            <a:ext cx="3219188" cy="9144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46D0786-84A5-11D2-C33D-C5D9429C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C45FE7F-E0A1-D9D0-1A15-5522FED26DB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14400" y="1392364"/>
            <a:ext cx="3263900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0D995D49-5F70-6AEC-1B3E-6955862053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478118" y="1390020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214C0D20-26DF-8E92-E29D-361A6A92D43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020832" y="1387675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69570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sem título - subtítul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2827606"/>
            <a:ext cx="3219188" cy="1434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2827606"/>
            <a:ext cx="3219188" cy="1434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2827606"/>
            <a:ext cx="3219188" cy="1434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E1B7D236-F668-9EE3-7257-2476E47212B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4401" y="970402"/>
            <a:ext cx="10353822" cy="549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5">
                    <a:lumMod val="75000"/>
                  </a:schemeClr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46D0786-84A5-11D2-C33D-C5D9429C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C45FE7F-E0A1-D9D0-1A15-5522FED26DB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14400" y="1603375"/>
            <a:ext cx="3263900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0D995D49-5F70-6AEC-1B3E-6955862053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478118" y="1601031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214C0D20-26DF-8E92-E29D-361A6A92D43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020832" y="1598686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87611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 texto sem  título -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5198F6D5-D444-CBE6-5408-28FD08EA36A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32652" y="2700997"/>
            <a:ext cx="3219188" cy="1434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11">
            <a:extLst>
              <a:ext uri="{FF2B5EF4-FFF2-40B4-BE49-F238E27FC236}">
                <a16:creationId xmlns:a16="http://schemas.microsoft.com/office/drawing/2014/main" id="{0355F33A-089D-8C03-6EBF-CA7CEDD9C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6406" y="2700997"/>
            <a:ext cx="3219188" cy="1434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C59DAD77-9052-93B9-A6CC-D74B5F0CC32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0160" y="2700997"/>
            <a:ext cx="3219188" cy="14349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646D0786-84A5-11D2-C33D-C5D9429C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C45FE7F-E0A1-D9D0-1A15-5522FED26DB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14400" y="1476766"/>
            <a:ext cx="3263900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0D995D49-5F70-6AEC-1B3E-6955862053D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478118" y="1474422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214C0D20-26DF-8E92-E29D-361A6A92D43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020832" y="1472077"/>
            <a:ext cx="3230977" cy="1139825"/>
          </a:xfrm>
          <a:prstGeom prst="rect">
            <a:avLst/>
          </a:prstGeom>
        </p:spPr>
        <p:txBody>
          <a:bodyPr anchor="ctr" anchorCtr="1"/>
          <a:lstStyle>
            <a:lvl1pPr algn="ctr">
              <a:defRPr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29810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numeradas com fund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Mídia 8">
            <a:extLst>
              <a:ext uri="{FF2B5EF4-FFF2-40B4-BE49-F238E27FC236}">
                <a16:creationId xmlns:a16="http://schemas.microsoft.com/office/drawing/2014/main" id="{0F9BCA95-4213-F77C-34AA-EEBA5A871440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E9808CE7-FADD-BA89-21D9-CEE4310CBF02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AD39C46-A47B-14CE-97D0-AAF04B3B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1AE19F6D-F1F2-200B-4CBF-42FCCFD203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987" y="2317206"/>
            <a:ext cx="3320602" cy="1949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D871AB51-5834-4107-7377-4855D5A9F6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6771" y="1761270"/>
            <a:ext cx="3301284" cy="5420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2137F90F-F109-AD75-EC17-F5B279B2F1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36771" y="2317206"/>
            <a:ext cx="3301284" cy="19609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Texto 11">
            <a:extLst>
              <a:ext uri="{FF2B5EF4-FFF2-40B4-BE49-F238E27FC236}">
                <a16:creationId xmlns:a16="http://schemas.microsoft.com/office/drawing/2014/main" id="{9CB5EDF4-F2FA-13FD-1409-08B309548E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50556" y="1761269"/>
            <a:ext cx="3301284" cy="5491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78A45DB9-787D-B408-6740-DCDBF38F499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50556" y="2317206"/>
            <a:ext cx="3301284" cy="19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9B9C76F9-0757-6405-5C3D-0FD66B9EC3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4400" y="1761269"/>
            <a:ext cx="3320603" cy="5430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Condensed" panose="00000506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48715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D019346-F1CC-E382-6DDE-05060C01C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6853438" cy="3761949"/>
          </a:xfrm>
          <a:prstGeom prst="rect">
            <a:avLst/>
          </a:prstGeom>
        </p:spPr>
        <p:txBody>
          <a:bodyPr anchor="ctr" anchorCtr="0"/>
          <a:lstStyle>
            <a:lvl1pPr marL="457200" indent="-457200">
              <a:buFont typeface="+mj-lt"/>
              <a:buAutoNum type="arabicPeriod"/>
              <a:defRPr sz="1800" b="1" baseline="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96FC4-D11C-63E2-8436-053865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865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a / Mi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D019346-F1CC-E382-6DDE-05060C01C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3646203" cy="3761949"/>
          </a:xfrm>
          <a:prstGeom prst="rect">
            <a:avLst/>
          </a:prstGeom>
        </p:spPr>
        <p:txBody>
          <a:bodyPr anchor="ctr" anchorCtr="0"/>
          <a:lstStyle>
            <a:lvl1pPr marL="457200" indent="-457200">
              <a:buFont typeface="+mj-lt"/>
              <a:buAutoNum type="arabicPeriod"/>
              <a:defRPr sz="1800" b="1" baseline="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96FC4-D11C-63E2-8436-053865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BE7FC1-E9E7-FA72-8876-BB0BBA6D59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6044" y="352425"/>
            <a:ext cx="3376320" cy="37973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3762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Texto / Mí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D019346-F1CC-E382-6DDE-05060C01C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3648547" cy="5562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96FC4-D11C-63E2-8436-053865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9">
            <a:extLst>
              <a:ext uri="{FF2B5EF4-FFF2-40B4-BE49-F238E27FC236}">
                <a16:creationId xmlns:a16="http://schemas.microsoft.com/office/drawing/2014/main" id="{D4D9E58E-3115-C181-72A1-5975DB3867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0548" y="946599"/>
            <a:ext cx="3648547" cy="3175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5" name="Espaço Reservado para Mídia 6">
            <a:extLst>
              <a:ext uri="{FF2B5EF4-FFF2-40B4-BE49-F238E27FC236}">
                <a16:creationId xmlns:a16="http://schemas.microsoft.com/office/drawing/2014/main" id="{385F5ED9-1242-3840-D783-00D88CB7754D}"/>
              </a:ext>
            </a:extLst>
          </p:cNvPr>
          <p:cNvSpPr>
            <a:spLocks noGrp="1"/>
          </p:cNvSpPr>
          <p:nvPr>
            <p:ph type="media" sz="quarter" idx="17" hasCustomPrompt="1"/>
          </p:nvPr>
        </p:nvSpPr>
        <p:spPr>
          <a:xfrm>
            <a:off x="6604715" y="45672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</p:spTree>
    <p:extLst>
      <p:ext uri="{BB962C8B-B14F-4D97-AF65-F5344CB8AC3E}">
        <p14:creationId xmlns:p14="http://schemas.microsoft.com/office/powerpoint/2010/main" val="3061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D019346-F1CC-E382-6DDE-05060C01C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6853438" cy="5562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96FC4-D11C-63E2-8436-053865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9">
            <a:extLst>
              <a:ext uri="{FF2B5EF4-FFF2-40B4-BE49-F238E27FC236}">
                <a16:creationId xmlns:a16="http://schemas.microsoft.com/office/drawing/2014/main" id="{D4D9E58E-3115-C181-72A1-5975DB3867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0548" y="946599"/>
            <a:ext cx="6853438" cy="31752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5809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 sem título / Mí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D019346-F1CC-E382-6DDE-05060C01C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3646203" cy="3761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96FC4-D11C-63E2-8436-053865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CAF0C479-2E8C-C42F-D455-ABE18BE6779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6044" y="352425"/>
            <a:ext cx="3376320" cy="37973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0461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enas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D019346-F1CC-E382-6DDE-05060C01C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6853438" cy="3761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296FC4-D11C-63E2-8436-053865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6366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enas mí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B22B680-E918-09CE-0180-AC688A9593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64123" y="373063"/>
            <a:ext cx="7204100" cy="3773487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A891370-AC2B-798B-E991-8CD3D0F0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7766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ídia com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B22B680-E918-09CE-0180-AC688A9593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64123" y="965915"/>
            <a:ext cx="7204100" cy="3180635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A891370-AC2B-798B-E991-8CD3D0F0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2" name="Espaço Reservado para Texto 9">
            <a:extLst>
              <a:ext uri="{FF2B5EF4-FFF2-40B4-BE49-F238E27FC236}">
                <a16:creationId xmlns:a16="http://schemas.microsoft.com/office/drawing/2014/main" id="{52E67D43-C07E-0677-A3A8-11F2DDDA41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7207310" cy="5562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50628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ídia com 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BB22B680-E918-09CE-0180-AC688A9593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64123" y="965916"/>
            <a:ext cx="7204100" cy="2653048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A891370-AC2B-798B-E991-8CD3D0F0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2" name="Espaço Reservado para Texto 9">
            <a:extLst>
              <a:ext uri="{FF2B5EF4-FFF2-40B4-BE49-F238E27FC236}">
                <a16:creationId xmlns:a16="http://schemas.microsoft.com/office/drawing/2014/main" id="{52E67D43-C07E-0677-A3A8-11F2DDDA41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8825" y="372169"/>
            <a:ext cx="7207310" cy="5562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3" name="Espaço Reservado para Texto 9">
            <a:extLst>
              <a:ext uri="{FF2B5EF4-FFF2-40B4-BE49-F238E27FC236}">
                <a16:creationId xmlns:a16="http://schemas.microsoft.com/office/drawing/2014/main" id="{1DF550EF-6025-87A2-492A-2AAA603818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48825" y="3631841"/>
            <a:ext cx="7207310" cy="6568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01682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8">
            <a:extLst>
              <a:ext uri="{FF2B5EF4-FFF2-40B4-BE49-F238E27FC236}">
                <a16:creationId xmlns:a16="http://schemas.microsoft.com/office/drawing/2014/main" id="{A8728A6F-D12A-522F-749A-A66643E7AE84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1557000" y="0"/>
            <a:ext cx="635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 err="1"/>
              <a:t>Smart</a:t>
            </a:r>
            <a:r>
              <a:rPr lang="pt-BR" dirty="0"/>
              <a:t> podium</a:t>
            </a:r>
          </a:p>
        </p:txBody>
      </p:sp>
      <p:sp>
        <p:nvSpPr>
          <p:cNvPr id="8" name="Espaço Reservado para Mídia 6">
            <a:extLst>
              <a:ext uri="{FF2B5EF4-FFF2-40B4-BE49-F238E27FC236}">
                <a16:creationId xmlns:a16="http://schemas.microsoft.com/office/drawing/2014/main" id="{FB9CDA3E-AF57-AF56-E9EA-CA99EDB3ECAD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6452315" y="4414838"/>
            <a:ext cx="4790941" cy="2151062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PIP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A891370-AC2B-798B-E991-8CD3D0F0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3A7388-E035-3C5B-C3FA-C58D43E5D6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76613" y="0"/>
            <a:ext cx="8815387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" panose="02000000000000000000" pitchFamily="2" charset="0"/>
              </a:defRPr>
            </a:lvl1pPr>
          </a:lstStyle>
          <a:p>
            <a:r>
              <a:rPr lang="pt-BR" dirty="0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94692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97DB19-96BC-11BE-35E2-ED535ED5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C2D2DE72-8AD4-5BED-5915-80654A4A0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1360" y="5339340"/>
            <a:ext cx="5930331" cy="1181688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9980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7DB19-96BC-11BE-35E2-ED535ED5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D2DE72-8AD4-5BED-5915-80654A4A0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9054" y="3868616"/>
            <a:ext cx="8228158" cy="1153550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Roboto" panose="02000000000000000000" pitchFamily="2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18512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2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4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B329A5-6B16-6165-2BC1-9D41281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83" y="2227971"/>
            <a:ext cx="7402858" cy="240205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6832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 baseline="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93A99C2-592A-D30D-623D-8BE6297D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6"/>
            <a:ext cx="10337074" cy="505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6936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717" r:id="rId9"/>
    <p:sldLayoutId id="2147483672" r:id="rId10"/>
    <p:sldLayoutId id="2147483718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121214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1">
            <a:extLst>
              <a:ext uri="{FF2B5EF4-FFF2-40B4-BE49-F238E27FC236}">
                <a16:creationId xmlns:a16="http://schemas.microsoft.com/office/drawing/2014/main" id="{CFF82047-09BC-6510-8698-B27A12A3CEAA}"/>
              </a:ext>
            </a:extLst>
          </p:cNvPr>
          <p:cNvSpPr txBox="1">
            <a:spLocks/>
          </p:cNvSpPr>
          <p:nvPr/>
        </p:nvSpPr>
        <p:spPr>
          <a:xfrm>
            <a:off x="918694" y="1065845"/>
            <a:ext cx="3301284" cy="54305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rgbClr val="121214"/>
                </a:solidFill>
                <a:latin typeface="Barlow Condensed" panose="00000506000000000000" pitchFamily="2" charset="0"/>
              </a:rPr>
              <a:t>01.</a:t>
            </a:r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88160576-715F-0E8F-BB48-A4E23EC70A69}"/>
              </a:ext>
            </a:extLst>
          </p:cNvPr>
          <p:cNvSpPr txBox="1">
            <a:spLocks/>
          </p:cNvSpPr>
          <p:nvPr/>
        </p:nvSpPr>
        <p:spPr>
          <a:xfrm>
            <a:off x="4432479" y="1063699"/>
            <a:ext cx="3301284" cy="54305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rgbClr val="121214"/>
                </a:solidFill>
                <a:latin typeface="Barlow Condensed" panose="00000506000000000000" pitchFamily="2" charset="0"/>
              </a:rPr>
              <a:t>02.</a:t>
            </a:r>
          </a:p>
        </p:txBody>
      </p:sp>
      <p:sp>
        <p:nvSpPr>
          <p:cNvPr id="10" name="Espaço Reservado para Texto 11">
            <a:extLst>
              <a:ext uri="{FF2B5EF4-FFF2-40B4-BE49-F238E27FC236}">
                <a16:creationId xmlns:a16="http://schemas.microsoft.com/office/drawing/2014/main" id="{84DCB0BD-A4F2-3075-6A71-D7A2566E25F5}"/>
              </a:ext>
            </a:extLst>
          </p:cNvPr>
          <p:cNvSpPr txBox="1">
            <a:spLocks/>
          </p:cNvSpPr>
          <p:nvPr/>
        </p:nvSpPr>
        <p:spPr>
          <a:xfrm>
            <a:off x="7946264" y="1061553"/>
            <a:ext cx="3301284" cy="54305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rgbClr val="121214"/>
                </a:solidFill>
                <a:latin typeface="Barlow Condensed" panose="00000506000000000000" pitchFamily="2" charset="0"/>
              </a:rPr>
              <a:t>03.</a:t>
            </a:r>
          </a:p>
        </p:txBody>
      </p:sp>
      <p:sp>
        <p:nvSpPr>
          <p:cNvPr id="15" name="Espaço Reservado para Título 13">
            <a:extLst>
              <a:ext uri="{FF2B5EF4-FFF2-40B4-BE49-F238E27FC236}">
                <a16:creationId xmlns:a16="http://schemas.microsoft.com/office/drawing/2014/main" id="{71F87459-76AE-5EC8-6A7A-4EF2708C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7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89373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121214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ítulo 4">
            <a:extLst>
              <a:ext uri="{FF2B5EF4-FFF2-40B4-BE49-F238E27FC236}">
                <a16:creationId xmlns:a16="http://schemas.microsoft.com/office/drawing/2014/main" id="{E17EBC84-7708-830E-1758-7F82CB3B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3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3C8BCCD9-C265-A0C1-5E24-0296186EA0C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278" y="1645492"/>
            <a:ext cx="469151" cy="502407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C3592B90-7427-4AD6-6B2A-05DA31415C2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72" y="1645492"/>
            <a:ext cx="469151" cy="50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15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121214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ítulo 4">
            <a:extLst>
              <a:ext uri="{FF2B5EF4-FFF2-40B4-BE49-F238E27FC236}">
                <a16:creationId xmlns:a16="http://schemas.microsoft.com/office/drawing/2014/main" id="{E17EBC84-7708-830E-1758-7F82CB3BD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3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3456AAC1-4E5B-322E-5B17-8076C3173BD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278" y="2703584"/>
            <a:ext cx="469151" cy="502407"/>
          </a:xfrm>
          <a:prstGeom prst="rect">
            <a:avLst/>
          </a:prstGeom>
        </p:spPr>
      </p:pic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242CAED6-7817-C8A0-5E79-39F9B3C218A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572" y="2703584"/>
            <a:ext cx="469151" cy="50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0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121214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ítulo 1">
            <a:extLst>
              <a:ext uri="{FF2B5EF4-FFF2-40B4-BE49-F238E27FC236}">
                <a16:creationId xmlns:a16="http://schemas.microsoft.com/office/drawing/2014/main" id="{B893BF05-97CC-524B-25D4-3739BF9B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7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F9E796F8-4884-6651-DDEB-99A922D443F6}"/>
              </a:ext>
            </a:extLst>
          </p:cNvPr>
          <p:cNvSpPr txBox="1">
            <a:spLocks/>
          </p:cNvSpPr>
          <p:nvPr/>
        </p:nvSpPr>
        <p:spPr>
          <a:xfrm>
            <a:off x="918694" y="1065845"/>
            <a:ext cx="3301284" cy="54305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Barlow Condensed" panose="00000506000000000000" pitchFamily="2" charset="0"/>
              </a:rPr>
              <a:t>01.</a:t>
            </a:r>
          </a:p>
        </p:txBody>
      </p:sp>
      <p:sp>
        <p:nvSpPr>
          <p:cNvPr id="4" name="Espaço Reservado para Texto 11">
            <a:extLst>
              <a:ext uri="{FF2B5EF4-FFF2-40B4-BE49-F238E27FC236}">
                <a16:creationId xmlns:a16="http://schemas.microsoft.com/office/drawing/2014/main" id="{2BE8B059-29E0-9BFD-FB72-8FC36FCC0337}"/>
              </a:ext>
            </a:extLst>
          </p:cNvPr>
          <p:cNvSpPr txBox="1">
            <a:spLocks/>
          </p:cNvSpPr>
          <p:nvPr/>
        </p:nvSpPr>
        <p:spPr>
          <a:xfrm>
            <a:off x="4432479" y="1063699"/>
            <a:ext cx="3301284" cy="54305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Barlow Condensed" panose="00000506000000000000" pitchFamily="2" charset="0"/>
              </a:rPr>
              <a:t>02.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C7C53AD5-FC57-BFB3-C83D-ED28D035EC3E}"/>
              </a:ext>
            </a:extLst>
          </p:cNvPr>
          <p:cNvSpPr txBox="1">
            <a:spLocks/>
          </p:cNvSpPr>
          <p:nvPr/>
        </p:nvSpPr>
        <p:spPr>
          <a:xfrm>
            <a:off x="7946264" y="1061553"/>
            <a:ext cx="3301284" cy="54305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Barlow Condensed" panose="00000506000000000000" pitchFamily="2" charset="0"/>
              </a:rPr>
              <a:t>03.</a:t>
            </a:r>
          </a:p>
        </p:txBody>
      </p:sp>
    </p:spTree>
    <p:extLst>
      <p:ext uri="{BB962C8B-B14F-4D97-AF65-F5344CB8AC3E}">
        <p14:creationId xmlns:p14="http://schemas.microsoft.com/office/powerpoint/2010/main" val="119667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bg1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E2158BA-D098-259F-1694-18D58B00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44" y="1361450"/>
            <a:ext cx="2270760" cy="413510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9320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bg1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B329A5-6B16-6165-2BC1-9D41281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60" y="2345787"/>
            <a:ext cx="7532887" cy="216642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2931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 baseline="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B329A5-6B16-6165-2BC1-9D41281BF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612" y="1659988"/>
            <a:ext cx="8229600" cy="218049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20818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Barlow Condensed" panose="00000506000000000000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 baseline="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70E18-F971-98EF-1A90-5DF5A981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90E39F-CA4F-A854-B93D-4102B7C808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65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Mídia 5">
            <a:extLst>
              <a:ext uri="{FF2B5EF4-FFF2-40B4-BE49-F238E27FC236}">
                <a16:creationId xmlns:a16="http://schemas.microsoft.com/office/drawing/2014/main" id="{0235AED5-71E0-3212-8DAD-DEBE700987BB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Mídia 7">
            <a:extLst>
              <a:ext uri="{FF2B5EF4-FFF2-40B4-BE49-F238E27FC236}">
                <a16:creationId xmlns:a16="http://schemas.microsoft.com/office/drawing/2014/main" id="{A4D88F33-05BF-B65D-337B-A47B825E1AE1}"/>
              </a:ext>
            </a:extLst>
          </p:cNvPr>
          <p:cNvSpPr>
            <a:spLocks noGrp="1"/>
          </p:cNvSpPr>
          <p:nvPr>
            <p:ph type="media" sz="quarter" idx="4294967295"/>
          </p:nvPr>
        </p:nvSpPr>
        <p:spPr>
          <a:xfrm>
            <a:off x="6443728" y="1567316"/>
            <a:ext cx="4799527" cy="2629779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117C674-20DD-E33F-C257-53E29BF26CC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9784FDE-8E75-79F4-980D-D5076C6F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Mídia 4">
            <a:extLst>
              <a:ext uri="{FF2B5EF4-FFF2-40B4-BE49-F238E27FC236}">
                <a16:creationId xmlns:a16="http://schemas.microsoft.com/office/drawing/2014/main" id="{C4F0892F-9218-EFC1-B84E-EE2F4E1146FD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804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Mídia 5">
            <a:extLst>
              <a:ext uri="{FF2B5EF4-FFF2-40B4-BE49-F238E27FC236}">
                <a16:creationId xmlns:a16="http://schemas.microsoft.com/office/drawing/2014/main" id="{1CD09DB9-EC20-ED1B-FCF2-63833B342EF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43E93B4-7EE1-7D45-4AD3-374A5199E9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AD5D1E-3D81-4FF8-CCC9-6023D40B44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2F98510-8B72-446C-C11C-DC0878EE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Mídia 4">
            <a:extLst>
              <a:ext uri="{FF2B5EF4-FFF2-40B4-BE49-F238E27FC236}">
                <a16:creationId xmlns:a16="http://schemas.microsoft.com/office/drawing/2014/main" id="{23328358-D5AD-FBBA-5757-BE2E60A4C2AE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20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Nano tema 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no tema " id="{E3C159BD-1FE0-4CE3-BD37-8ED404556CA6}" vid="{AD1C18D0-5886-4C5C-AA9F-2875A4F3E028}"/>
    </a:ext>
  </a:extLst>
</a:theme>
</file>

<file path=ppt/theme/theme2.xml><?xml version="1.0" encoding="utf-8"?>
<a:theme xmlns:a="http://schemas.openxmlformats.org/drawingml/2006/main" name="Layout Horizontal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Colunas numeradas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asso a pass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asso a passo com ícone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 Colunas numeradas com fundo escur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Layout Vertical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Destaque fundo escur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Destaque fundo claro">
  <a:themeElements>
    <a:clrScheme name="YDUQS">
      <a:dk1>
        <a:srgbClr val="1A242B"/>
      </a:dk1>
      <a:lt1>
        <a:sysClr val="window" lastClr="FFFFFF"/>
      </a:lt1>
      <a:dk2>
        <a:srgbClr val="456192"/>
      </a:dk2>
      <a:lt2>
        <a:srgbClr val="E7E6E6"/>
      </a:lt2>
      <a:accent1>
        <a:srgbClr val="243465"/>
      </a:accent1>
      <a:accent2>
        <a:srgbClr val="AE052B"/>
      </a:accent2>
      <a:accent3>
        <a:srgbClr val="C2D4FF"/>
      </a:accent3>
      <a:accent4>
        <a:srgbClr val="EE325D"/>
      </a:accent4>
      <a:accent5>
        <a:srgbClr val="5B9BD5"/>
      </a:accent5>
      <a:accent6>
        <a:srgbClr val="FD8FA8"/>
      </a:accent6>
      <a:hlink>
        <a:srgbClr val="144BC8"/>
      </a:hlink>
      <a:folHlink>
        <a:srgbClr val="954F72"/>
      </a:folHlink>
    </a:clrScheme>
    <a:fontScheme name="YDUQS">
      <a:majorFont>
        <a:latin typeface="Montserra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20CBF346A5B644C8086CB47F00A59E7" ma:contentTypeVersion="2" ma:contentTypeDescription="Crie um novo documento." ma:contentTypeScope="" ma:versionID="ad1c5a70d164036dfe356b7fe86b1086">
  <xsd:schema xmlns:xsd="http://www.w3.org/2001/XMLSchema" xmlns:xs="http://www.w3.org/2001/XMLSchema" xmlns:p="http://schemas.microsoft.com/office/2006/metadata/properties" xmlns:ns2="33585923-5f06-422d-a626-7b6dcf668cb6" targetNamespace="http://schemas.microsoft.com/office/2006/metadata/properties" ma:root="true" ma:fieldsID="267b6de3b2bf7f32d30cd3841c64a3b1" ns2:_="">
    <xsd:import namespace="33585923-5f06-422d-a626-7b6dcf668c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585923-5f06-422d-a626-7b6dcf668c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ED091B-804A-4FBF-AE6A-25B1E01ACD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3B9280-D16E-4542-8203-0DA11C1209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585923-5f06-422d-a626-7b6dcf668c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Nano tema </Template>
  <TotalTime>101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9</vt:i4>
      </vt:variant>
      <vt:variant>
        <vt:lpstr>Títulos de slides</vt:lpstr>
      </vt:variant>
      <vt:variant>
        <vt:i4>3</vt:i4>
      </vt:variant>
    </vt:vector>
  </HeadingPairs>
  <TitlesOfParts>
    <vt:vector size="16" baseType="lpstr">
      <vt:lpstr>Barlow Condensed</vt:lpstr>
      <vt:lpstr>Consolas</vt:lpstr>
      <vt:lpstr>Arial</vt:lpstr>
      <vt:lpstr>Roboto</vt:lpstr>
      <vt:lpstr>Nano tema </vt:lpstr>
      <vt:lpstr>Layout Horizontal</vt:lpstr>
      <vt:lpstr>3 Colunas numeradas</vt:lpstr>
      <vt:lpstr>Passo a passo</vt:lpstr>
      <vt:lpstr>Passo a passo com ícone</vt:lpstr>
      <vt:lpstr>3 Colunas numeradas com fundo escuro</vt:lpstr>
      <vt:lpstr>Layout Vertical</vt:lpstr>
      <vt:lpstr>Destaque fundo escuro</vt:lpstr>
      <vt:lpstr>Destaque fundo claro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Luiza Ghelli Vaz</dc:creator>
  <cp:lastModifiedBy>Alexandre Castro</cp:lastModifiedBy>
  <cp:revision>1</cp:revision>
  <dcterms:created xsi:type="dcterms:W3CDTF">2023-03-14T16:18:27Z</dcterms:created>
  <dcterms:modified xsi:type="dcterms:W3CDTF">2026-02-18T19:34:28Z</dcterms:modified>
</cp:coreProperties>
</file>