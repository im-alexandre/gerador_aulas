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5.xml" ContentType="application/vnd.openxmlformats-officedocument.presentationml.slideLayout+xml"/>
  <Override PartName="/ppt/theme/theme4.xml" ContentType="application/vnd.openxmlformats-officedocument.theme+xml"/>
  <Override PartName="/ppt/slideLayouts/slideLayout6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5" r:id="rId4"/>
    <p:sldMasterId id="2147483749" r:id="rId5"/>
    <p:sldMasterId id="2147483677" r:id="rId6"/>
    <p:sldMasterId id="2147483679" r:id="rId7"/>
    <p:sldMasterId id="2147483747" r:id="rId8"/>
  </p:sldMasterIdLst>
  <p:handoutMasterIdLst>
    <p:handoutMasterId r:id="rId12"/>
  </p:handoutMasterIdLst>
  <p:sldIdLst>
    <p:sldId id="256" r:id="rId9"/>
    <p:sldId id="257" r:id="rId10"/>
    <p:sldId id="258" r:id="rId1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05E1AAE-12A5-7D85-78A1-06B0FDF16D9E}" name="Rodrigo Mesquita Pessoa" initials="RMP" userId="S::rodrigo.mesquita@ensineme.com.br::52d6af1e-36bc-4c6f-9b90-c6bde61dbc0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1F66"/>
    <a:srgbClr val="1A24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3D71F4E-81CB-4ECD-864E-2FC34116E667}" v="39" dt="2026-02-08T10:55:41.84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828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63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4.xml"/><Relationship Id="rId12" Type="http://schemas.openxmlformats.org/officeDocument/2006/relationships/handoutMaster" Target="handoutMasters/handout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15" Type="http://schemas.openxmlformats.org/officeDocument/2006/relationships/theme" Target="theme/theme1.xml"/><Relationship Id="rId10" Type="http://schemas.openxmlformats.org/officeDocument/2006/relationships/slide" Target="slides/slide2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andre Castro" userId="c4a23f32b2d08ed7" providerId="LiveId" clId="{03DAF181-4C82-437B-BFAD-14A64D89056C}"/>
    <pc:docChg chg="undo redo custSel addSld delSld modSld addMainMaster delMainMaster modMainMaster">
      <pc:chgData name="Alexandre Castro" userId="c4a23f32b2d08ed7" providerId="LiveId" clId="{03DAF181-4C82-437B-BFAD-14A64D89056C}" dt="2026-02-08T17:45:28.834" v="342" actId="700"/>
      <pc:docMkLst>
        <pc:docMk/>
      </pc:docMkLst>
      <pc:sldChg chg="modSp new mod">
        <pc:chgData name="Alexandre Castro" userId="c4a23f32b2d08ed7" providerId="LiveId" clId="{03DAF181-4C82-437B-BFAD-14A64D89056C}" dt="2026-02-08T11:00:47.923" v="323"/>
        <pc:sldMkLst>
          <pc:docMk/>
          <pc:sldMk cId="364250893" sldId="256"/>
        </pc:sldMkLst>
        <pc:spChg chg="mod">
          <ac:chgData name="Alexandre Castro" userId="c4a23f32b2d08ed7" providerId="LiveId" clId="{03DAF181-4C82-437B-BFAD-14A64D89056C}" dt="2026-02-08T11:00:47.923" v="323"/>
          <ac:spMkLst>
            <pc:docMk/>
            <pc:sldMk cId="364250893" sldId="256"/>
            <ac:spMk id="2" creationId="{75146CAB-B5B5-DD35-57A3-03AE2F963766}"/>
          </ac:spMkLst>
        </pc:spChg>
        <pc:spChg chg="mod">
          <ac:chgData name="Alexandre Castro" userId="c4a23f32b2d08ed7" providerId="LiveId" clId="{03DAF181-4C82-437B-BFAD-14A64D89056C}" dt="2026-02-08T11:00:44.718" v="322"/>
          <ac:spMkLst>
            <pc:docMk/>
            <pc:sldMk cId="364250893" sldId="256"/>
            <ac:spMk id="3" creationId="{B4872DAD-E25A-C902-4CDE-D14BFA19C41C}"/>
          </ac:spMkLst>
        </pc:spChg>
      </pc:sldChg>
      <pc:sldChg chg="new del">
        <pc:chgData name="Alexandre Castro" userId="c4a23f32b2d08ed7" providerId="LiveId" clId="{03DAF181-4C82-437B-BFAD-14A64D89056C}" dt="2026-02-08T10:46:10.783" v="304" actId="47"/>
        <pc:sldMkLst>
          <pc:docMk/>
          <pc:sldMk cId="1231492602" sldId="256"/>
        </pc:sldMkLst>
      </pc:sldChg>
      <pc:sldChg chg="new del">
        <pc:chgData name="Alexandre Castro" userId="c4a23f32b2d08ed7" providerId="LiveId" clId="{03DAF181-4C82-437B-BFAD-14A64D89056C}" dt="2026-02-08T10:30:58.585" v="113" actId="47"/>
        <pc:sldMkLst>
          <pc:docMk/>
          <pc:sldMk cId="1728847168" sldId="256"/>
        </pc:sldMkLst>
      </pc:sldChg>
      <pc:sldChg chg="new del">
        <pc:chgData name="Alexandre Castro" userId="c4a23f32b2d08ed7" providerId="LiveId" clId="{03DAF181-4C82-437B-BFAD-14A64D89056C}" dt="2026-02-08T10:30:47.793" v="111" actId="47"/>
        <pc:sldMkLst>
          <pc:docMk/>
          <pc:sldMk cId="2386019946" sldId="256"/>
        </pc:sldMkLst>
      </pc:sldChg>
      <pc:sldChg chg="modSp new mod">
        <pc:chgData name="Alexandre Castro" userId="c4a23f32b2d08ed7" providerId="LiveId" clId="{03DAF181-4C82-437B-BFAD-14A64D89056C}" dt="2026-02-08T11:00:53.894" v="327"/>
        <pc:sldMkLst>
          <pc:docMk/>
          <pc:sldMk cId="3313820406" sldId="257"/>
        </pc:sldMkLst>
        <pc:spChg chg="mod">
          <ac:chgData name="Alexandre Castro" userId="c4a23f32b2d08ed7" providerId="LiveId" clId="{03DAF181-4C82-437B-BFAD-14A64D89056C}" dt="2026-02-08T11:00:53.894" v="327"/>
          <ac:spMkLst>
            <pc:docMk/>
            <pc:sldMk cId="3313820406" sldId="257"/>
            <ac:spMk id="2" creationId="{26D21ED5-36AE-FD41-24E1-0091516092AD}"/>
          </ac:spMkLst>
        </pc:spChg>
        <pc:spChg chg="mod">
          <ac:chgData name="Alexandre Castro" userId="c4a23f32b2d08ed7" providerId="LiveId" clId="{03DAF181-4C82-437B-BFAD-14A64D89056C}" dt="2026-02-08T11:00:53.300" v="326"/>
          <ac:spMkLst>
            <pc:docMk/>
            <pc:sldMk cId="3313820406" sldId="257"/>
            <ac:spMk id="3" creationId="{2C97E793-9806-58DD-1EC0-726EA58BF7B7}"/>
          </ac:spMkLst>
        </pc:spChg>
        <pc:spChg chg="mod">
          <ac:chgData name="Alexandre Castro" userId="c4a23f32b2d08ed7" providerId="LiveId" clId="{03DAF181-4C82-437B-BFAD-14A64D89056C}" dt="2026-02-08T11:00:52.138" v="324"/>
          <ac:spMkLst>
            <pc:docMk/>
            <pc:sldMk cId="3313820406" sldId="257"/>
            <ac:spMk id="4" creationId="{78F4A2FE-3459-9B94-3B19-B75002E35A42}"/>
          </ac:spMkLst>
        </pc:spChg>
        <pc:spChg chg="mod">
          <ac:chgData name="Alexandre Castro" userId="c4a23f32b2d08ed7" providerId="LiveId" clId="{03DAF181-4C82-437B-BFAD-14A64D89056C}" dt="2026-02-08T11:00:52.642" v="325"/>
          <ac:spMkLst>
            <pc:docMk/>
            <pc:sldMk cId="3313820406" sldId="257"/>
            <ac:spMk id="5" creationId="{1E0C383C-FA71-9A29-85DA-2BAC476B4460}"/>
          </ac:spMkLst>
        </pc:spChg>
      </pc:sldChg>
      <pc:sldChg chg="addSp delSp modSp new mod chgLayout">
        <pc:chgData name="Alexandre Castro" userId="c4a23f32b2d08ed7" providerId="LiveId" clId="{03DAF181-4C82-437B-BFAD-14A64D89056C}" dt="2026-02-08T17:45:28.834" v="342" actId="700"/>
        <pc:sldMkLst>
          <pc:docMk/>
          <pc:sldMk cId="3396918599" sldId="258"/>
        </pc:sldMkLst>
        <pc:spChg chg="del mod">
          <ac:chgData name="Alexandre Castro" userId="c4a23f32b2d08ed7" providerId="LiveId" clId="{03DAF181-4C82-437B-BFAD-14A64D89056C}" dt="2026-02-08T17:45:28.834" v="342" actId="700"/>
          <ac:spMkLst>
            <pc:docMk/>
            <pc:sldMk cId="3396918599" sldId="258"/>
            <ac:spMk id="2" creationId="{76B2A9F9-F6F3-5BB5-480E-630013105A56}"/>
          </ac:spMkLst>
        </pc:spChg>
        <pc:spChg chg="add mod ord">
          <ac:chgData name="Alexandre Castro" userId="c4a23f32b2d08ed7" providerId="LiveId" clId="{03DAF181-4C82-437B-BFAD-14A64D89056C}" dt="2026-02-08T17:45:28.834" v="342" actId="700"/>
          <ac:spMkLst>
            <pc:docMk/>
            <pc:sldMk cId="3396918599" sldId="258"/>
            <ac:spMk id="3" creationId="{3637CFB8-C4AC-FCD9-699B-11D05D60095D}"/>
          </ac:spMkLst>
        </pc:spChg>
        <pc:spChg chg="del mod">
          <ac:chgData name="Alexandre Castro" userId="c4a23f32b2d08ed7" providerId="LiveId" clId="{03DAF181-4C82-437B-BFAD-14A64D89056C}" dt="2026-02-08T14:57:16.485" v="341" actId="478"/>
          <ac:spMkLst>
            <pc:docMk/>
            <pc:sldMk cId="3396918599" sldId="258"/>
            <ac:spMk id="3" creationId="{892307E6-1DF2-D5A9-5108-B88DEAA17D53}"/>
          </ac:spMkLst>
        </pc:spChg>
        <pc:spChg chg="del mod">
          <ac:chgData name="Alexandre Castro" userId="c4a23f32b2d08ed7" providerId="LiveId" clId="{03DAF181-4C82-437B-BFAD-14A64D89056C}" dt="2026-02-08T17:45:28.834" v="342" actId="700"/>
          <ac:spMkLst>
            <pc:docMk/>
            <pc:sldMk cId="3396918599" sldId="258"/>
            <ac:spMk id="4" creationId="{F22BCD69-5A34-5258-85D5-42C0D8CBE580}"/>
          </ac:spMkLst>
        </pc:spChg>
        <pc:spChg chg="del mod">
          <ac:chgData name="Alexandre Castro" userId="c4a23f32b2d08ed7" providerId="LiveId" clId="{03DAF181-4C82-437B-BFAD-14A64D89056C}" dt="2026-02-08T17:45:28.834" v="342" actId="700"/>
          <ac:spMkLst>
            <pc:docMk/>
            <pc:sldMk cId="3396918599" sldId="258"/>
            <ac:spMk id="5" creationId="{6866725E-BF03-6BC7-B702-2BEF68B982A7}"/>
          </ac:spMkLst>
        </pc:spChg>
        <pc:spChg chg="add mod ord">
          <ac:chgData name="Alexandre Castro" userId="c4a23f32b2d08ed7" providerId="LiveId" clId="{03DAF181-4C82-437B-BFAD-14A64D89056C}" dt="2026-02-08T17:45:28.834" v="342" actId="700"/>
          <ac:spMkLst>
            <pc:docMk/>
            <pc:sldMk cId="3396918599" sldId="258"/>
            <ac:spMk id="6" creationId="{629FF6EA-4E0F-656E-9974-A09012726719}"/>
          </ac:spMkLst>
        </pc:spChg>
        <pc:spChg chg="add del mod">
          <ac:chgData name="Alexandre Castro" userId="c4a23f32b2d08ed7" providerId="LiveId" clId="{03DAF181-4C82-437B-BFAD-14A64D89056C}" dt="2026-02-08T17:45:28.834" v="342" actId="700"/>
          <ac:spMkLst>
            <pc:docMk/>
            <pc:sldMk cId="3396918599" sldId="258"/>
            <ac:spMk id="7" creationId="{C386D9A6-41CC-84F5-AA3B-549A0542C1C4}"/>
          </ac:spMkLst>
        </pc:spChg>
        <pc:spChg chg="add mod ord">
          <ac:chgData name="Alexandre Castro" userId="c4a23f32b2d08ed7" providerId="LiveId" clId="{03DAF181-4C82-437B-BFAD-14A64D89056C}" dt="2026-02-08T17:45:28.834" v="342" actId="700"/>
          <ac:spMkLst>
            <pc:docMk/>
            <pc:sldMk cId="3396918599" sldId="258"/>
            <ac:spMk id="8" creationId="{F1BA572D-24AE-078C-177F-F83A43AC8E23}"/>
          </ac:spMkLst>
        </pc:spChg>
        <pc:spChg chg="add mod ord">
          <ac:chgData name="Alexandre Castro" userId="c4a23f32b2d08ed7" providerId="LiveId" clId="{03DAF181-4C82-437B-BFAD-14A64D89056C}" dt="2026-02-08T17:45:28.834" v="342" actId="700"/>
          <ac:spMkLst>
            <pc:docMk/>
            <pc:sldMk cId="3396918599" sldId="258"/>
            <ac:spMk id="9" creationId="{867CBF47-421C-3D25-BB8D-D2617B7CA2EB}"/>
          </ac:spMkLst>
        </pc:spChg>
      </pc:sldChg>
      <pc:sldChg chg="new del">
        <pc:chgData name="Alexandre Castro" userId="c4a23f32b2d08ed7" providerId="LiveId" clId="{03DAF181-4C82-437B-BFAD-14A64D89056C}" dt="2026-02-08T11:01:04.470" v="333" actId="47"/>
        <pc:sldMkLst>
          <pc:docMk/>
          <pc:sldMk cId="1895281674" sldId="259"/>
        </pc:sldMkLst>
      </pc:sldChg>
      <pc:sldChg chg="del">
        <pc:chgData name="Alexandre Castro" userId="c4a23f32b2d08ed7" providerId="LiveId" clId="{03DAF181-4C82-437B-BFAD-14A64D89056C}" dt="2026-02-08T06:53:17.413" v="28" actId="47"/>
        <pc:sldMkLst>
          <pc:docMk/>
          <pc:sldMk cId="452033152" sldId="265"/>
        </pc:sldMkLst>
      </pc:sldChg>
      <pc:sldChg chg="del">
        <pc:chgData name="Alexandre Castro" userId="c4a23f32b2d08ed7" providerId="LiveId" clId="{03DAF181-4C82-437B-BFAD-14A64D89056C}" dt="2026-02-08T10:26:25.064" v="109" actId="47"/>
        <pc:sldMkLst>
          <pc:docMk/>
          <pc:sldMk cId="464213879" sldId="267"/>
        </pc:sldMkLst>
      </pc:sldChg>
      <pc:sldChg chg="del">
        <pc:chgData name="Alexandre Castro" userId="c4a23f32b2d08ed7" providerId="LiveId" clId="{03DAF181-4C82-437B-BFAD-14A64D89056C}" dt="2026-02-07T14:17:49.414" v="25" actId="47"/>
        <pc:sldMkLst>
          <pc:docMk/>
          <pc:sldMk cId="940063290" sldId="268"/>
        </pc:sldMkLst>
      </pc:sldChg>
      <pc:sldChg chg="addSp delSp modSp del mod chgLayout">
        <pc:chgData name="Alexandre Castro" userId="c4a23f32b2d08ed7" providerId="LiveId" clId="{03DAF181-4C82-437B-BFAD-14A64D89056C}" dt="2026-02-08T10:26:24.183" v="108" actId="47"/>
        <pc:sldMkLst>
          <pc:docMk/>
          <pc:sldMk cId="1662139020" sldId="269"/>
        </pc:sldMkLst>
        <pc:spChg chg="del">
          <ac:chgData name="Alexandre Castro" userId="c4a23f32b2d08ed7" providerId="LiveId" clId="{03DAF181-4C82-437B-BFAD-14A64D89056C}" dt="2026-02-07T14:17:55.598" v="26" actId="700"/>
          <ac:spMkLst>
            <pc:docMk/>
            <pc:sldMk cId="1662139020" sldId="269"/>
            <ac:spMk id="2" creationId="{824341E1-4326-805C-F45B-1EA8EBB18476}"/>
          </ac:spMkLst>
        </pc:spChg>
        <pc:spChg chg="del">
          <ac:chgData name="Alexandre Castro" userId="c4a23f32b2d08ed7" providerId="LiveId" clId="{03DAF181-4C82-437B-BFAD-14A64D89056C}" dt="2026-02-07T14:17:55.598" v="26" actId="700"/>
          <ac:spMkLst>
            <pc:docMk/>
            <pc:sldMk cId="1662139020" sldId="269"/>
            <ac:spMk id="3" creationId="{DB04E925-48C2-C9A3-E056-719E833BA868}"/>
          </ac:spMkLst>
        </pc:spChg>
        <pc:spChg chg="del">
          <ac:chgData name="Alexandre Castro" userId="c4a23f32b2d08ed7" providerId="LiveId" clId="{03DAF181-4C82-437B-BFAD-14A64D89056C}" dt="2026-02-07T14:17:55.598" v="26" actId="700"/>
          <ac:spMkLst>
            <pc:docMk/>
            <pc:sldMk cId="1662139020" sldId="269"/>
            <ac:spMk id="4" creationId="{14A6B025-AB9C-386C-7D75-735DC7D05517}"/>
          </ac:spMkLst>
        </pc:spChg>
        <pc:spChg chg="del">
          <ac:chgData name="Alexandre Castro" userId="c4a23f32b2d08ed7" providerId="LiveId" clId="{03DAF181-4C82-437B-BFAD-14A64D89056C}" dt="2026-02-07T14:17:55.598" v="26" actId="700"/>
          <ac:spMkLst>
            <pc:docMk/>
            <pc:sldMk cId="1662139020" sldId="269"/>
            <ac:spMk id="5" creationId="{481A605E-7EA1-8763-81E7-0FA5C3D6A548}"/>
          </ac:spMkLst>
        </pc:spChg>
        <pc:spChg chg="add mod ord">
          <ac:chgData name="Alexandre Castro" userId="c4a23f32b2d08ed7" providerId="LiveId" clId="{03DAF181-4C82-437B-BFAD-14A64D89056C}" dt="2026-02-07T14:17:55.598" v="26" actId="700"/>
          <ac:spMkLst>
            <pc:docMk/>
            <pc:sldMk cId="1662139020" sldId="269"/>
            <ac:spMk id="6" creationId="{6A6CDB6C-2BE1-B369-3625-1B3666706568}"/>
          </ac:spMkLst>
        </pc:spChg>
        <pc:spChg chg="add mod ord">
          <ac:chgData name="Alexandre Castro" userId="c4a23f32b2d08ed7" providerId="LiveId" clId="{03DAF181-4C82-437B-BFAD-14A64D89056C}" dt="2026-02-07T14:17:55.598" v="26" actId="700"/>
          <ac:spMkLst>
            <pc:docMk/>
            <pc:sldMk cId="1662139020" sldId="269"/>
            <ac:spMk id="7" creationId="{87DECAFC-C3B9-90B5-9110-EDFE8034F58B}"/>
          </ac:spMkLst>
        </pc:spChg>
        <pc:spChg chg="add mod ord">
          <ac:chgData name="Alexandre Castro" userId="c4a23f32b2d08ed7" providerId="LiveId" clId="{03DAF181-4C82-437B-BFAD-14A64D89056C}" dt="2026-02-07T14:17:55.598" v="26" actId="700"/>
          <ac:spMkLst>
            <pc:docMk/>
            <pc:sldMk cId="1662139020" sldId="269"/>
            <ac:spMk id="8" creationId="{5F78E0AD-EF58-EF1C-CFC7-CBDED777B12C}"/>
          </ac:spMkLst>
        </pc:spChg>
        <pc:spChg chg="add mod ord">
          <ac:chgData name="Alexandre Castro" userId="c4a23f32b2d08ed7" providerId="LiveId" clId="{03DAF181-4C82-437B-BFAD-14A64D89056C}" dt="2026-02-07T14:17:55.598" v="26" actId="700"/>
          <ac:spMkLst>
            <pc:docMk/>
            <pc:sldMk cId="1662139020" sldId="269"/>
            <ac:spMk id="9" creationId="{E5FE8F3A-C538-66B8-B191-7BFE0E7DFA2C}"/>
          </ac:spMkLst>
        </pc:spChg>
      </pc:sldChg>
      <pc:sldChg chg="modSp new del">
        <pc:chgData name="Alexandre Castro" userId="c4a23f32b2d08ed7" providerId="LiveId" clId="{03DAF181-4C82-437B-BFAD-14A64D89056C}" dt="2026-02-08T10:26:24.006" v="107" actId="47"/>
        <pc:sldMkLst>
          <pc:docMk/>
          <pc:sldMk cId="1560674652" sldId="270"/>
        </pc:sldMkLst>
        <pc:spChg chg="mod">
          <ac:chgData name="Alexandre Castro" userId="c4a23f32b2d08ed7" providerId="LiveId" clId="{03DAF181-4C82-437B-BFAD-14A64D89056C}" dt="2026-02-08T06:53:35.197" v="30"/>
          <ac:spMkLst>
            <pc:docMk/>
            <pc:sldMk cId="1560674652" sldId="270"/>
            <ac:spMk id="2" creationId="{97B4F545-13B5-E66F-C6CD-1899B6985D00}"/>
          </ac:spMkLst>
        </pc:spChg>
        <pc:spChg chg="mod">
          <ac:chgData name="Alexandre Castro" userId="c4a23f32b2d08ed7" providerId="LiveId" clId="{03DAF181-4C82-437B-BFAD-14A64D89056C}" dt="2026-02-08T06:53:35.197" v="30"/>
          <ac:spMkLst>
            <pc:docMk/>
            <pc:sldMk cId="1560674652" sldId="270"/>
            <ac:spMk id="3" creationId="{774937FF-FD46-1843-89C2-1FC8C5C7C4DC}"/>
          </ac:spMkLst>
        </pc:spChg>
      </pc:sldChg>
      <pc:sldChg chg="del">
        <pc:chgData name="Alexandre Castro" userId="c4a23f32b2d08ed7" providerId="LiveId" clId="{03DAF181-4C82-437B-BFAD-14A64D89056C}" dt="2026-02-07T14:17:48.525" v="24" actId="47"/>
        <pc:sldMkLst>
          <pc:docMk/>
          <pc:sldMk cId="4140378192" sldId="270"/>
        </pc:sldMkLst>
      </pc:sldChg>
      <pc:sldMasterChg chg="del">
        <pc:chgData name="Alexandre Castro" userId="c4a23f32b2d08ed7" providerId="LiveId" clId="{03DAF181-4C82-437B-BFAD-14A64D89056C}" dt="2026-02-08T06:54:13.575" v="34" actId="2696"/>
        <pc:sldMasterMkLst>
          <pc:docMk/>
          <pc:sldMasterMk cId="2802218771" sldId="2147483671"/>
        </pc:sldMasterMkLst>
      </pc:sldMasterChg>
      <pc:sldMasterChg chg="del">
        <pc:chgData name="Alexandre Castro" userId="c4a23f32b2d08ed7" providerId="LiveId" clId="{03DAF181-4C82-437B-BFAD-14A64D89056C}" dt="2026-02-08T06:54:18.287" v="36" actId="2696"/>
        <pc:sldMasterMkLst>
          <pc:docMk/>
          <pc:sldMasterMk cId="3630972462" sldId="2147483673"/>
        </pc:sldMasterMkLst>
      </pc:sldMasterChg>
      <pc:sldMasterChg chg="del">
        <pc:chgData name="Alexandre Castro" userId="c4a23f32b2d08ed7" providerId="LiveId" clId="{03DAF181-4C82-437B-BFAD-14A64D89056C}" dt="2026-02-08T06:54:16.339" v="35" actId="2696"/>
        <pc:sldMasterMkLst>
          <pc:docMk/>
          <pc:sldMasterMk cId="2508226990" sldId="2147483683"/>
        </pc:sldMasterMkLst>
      </pc:sldMasterChg>
      <pc:sldMasterChg chg="modSldLayout sldLayoutOrd">
        <pc:chgData name="Alexandre Castro" userId="c4a23f32b2d08ed7" providerId="LiveId" clId="{03DAF181-4C82-437B-BFAD-14A64D89056C}" dt="2026-02-08T10:43:32.048" v="188" actId="962"/>
        <pc:sldMasterMkLst>
          <pc:docMk/>
          <pc:sldMasterMk cId="154013392" sldId="2147483715"/>
        </pc:sldMasterMkLst>
        <pc:sldLayoutChg chg="addSp delSp modSp mod ord">
          <pc:chgData name="Alexandre Castro" userId="c4a23f32b2d08ed7" providerId="LiveId" clId="{03DAF181-4C82-437B-BFAD-14A64D89056C}" dt="2026-02-08T10:43:32.048" v="188" actId="962"/>
          <pc:sldLayoutMkLst>
            <pc:docMk/>
            <pc:sldMasterMk cId="154013392" sldId="2147483715"/>
            <pc:sldLayoutMk cId="2159997825" sldId="2147483716"/>
          </pc:sldLayoutMkLst>
          <pc:spChg chg="mod">
            <ac:chgData name="Alexandre Castro" userId="c4a23f32b2d08ed7" providerId="LiveId" clId="{03DAF181-4C82-437B-BFAD-14A64D89056C}" dt="2026-02-08T10:43:32.048" v="188" actId="962"/>
            <ac:spMkLst>
              <pc:docMk/>
              <pc:sldMasterMk cId="154013392" sldId="2147483715"/>
              <pc:sldLayoutMk cId="2159997825" sldId="2147483716"/>
              <ac:spMk id="2" creationId="{D497DB19-96BC-11BE-35E2-ED535ED5C6A4}"/>
            </ac:spMkLst>
          </pc:spChg>
          <pc:spChg chg="add del mod ord">
            <ac:chgData name="Alexandre Castro" userId="c4a23f32b2d08ed7" providerId="LiveId" clId="{03DAF181-4C82-437B-BFAD-14A64D89056C}" dt="2026-02-08T10:43:05.939" v="146" actId="962"/>
            <ac:spMkLst>
              <pc:docMk/>
              <pc:sldMasterMk cId="154013392" sldId="2147483715"/>
              <pc:sldLayoutMk cId="2159997825" sldId="2147483716"/>
              <ac:spMk id="5" creationId="{C2D2DE72-8AD4-5BED-5915-80654A4A0F76}"/>
            </ac:spMkLst>
          </pc:spChg>
        </pc:sldLayoutChg>
      </pc:sldMasterChg>
      <pc:sldMasterChg chg="modSldLayout">
        <pc:chgData name="Alexandre Castro" userId="c4a23f32b2d08ed7" providerId="LiveId" clId="{03DAF181-4C82-437B-BFAD-14A64D89056C}" dt="2026-02-08T14:38:57.528" v="334" actId="3064"/>
        <pc:sldMasterMkLst>
          <pc:docMk/>
          <pc:sldMasterMk cId="2182034416" sldId="2147483749"/>
        </pc:sldMasterMkLst>
        <pc:sldLayoutChg chg="addSp delSp modSp mod">
          <pc:chgData name="Alexandre Castro" userId="c4a23f32b2d08ed7" providerId="LiveId" clId="{03DAF181-4C82-437B-BFAD-14A64D89056C}" dt="2026-02-08T10:45:15.131" v="302" actId="179"/>
          <pc:sldLayoutMkLst>
            <pc:docMk/>
            <pc:sldMasterMk cId="2182034416" sldId="2147483749"/>
            <pc:sldLayoutMk cId="1746109968" sldId="2147483751"/>
          </pc:sldLayoutMkLst>
          <pc:spChg chg="mod ord">
            <ac:chgData name="Alexandre Castro" userId="c4a23f32b2d08ed7" providerId="LiveId" clId="{03DAF181-4C82-437B-BFAD-14A64D89056C}" dt="2026-02-08T08:35:11.798" v="49" actId="13244"/>
            <ac:spMkLst>
              <pc:docMk/>
              <pc:sldMasterMk cId="2182034416" sldId="2147483749"/>
              <pc:sldLayoutMk cId="1746109968" sldId="2147483751"/>
              <ac:spMk id="2" creationId="{A2E864EB-48A9-33BC-6B2B-5CEDDDE4760D}"/>
            </ac:spMkLst>
          </pc:spChg>
          <pc:spChg chg="mod ord">
            <ac:chgData name="Alexandre Castro" userId="c4a23f32b2d08ed7" providerId="LiveId" clId="{03DAF181-4C82-437B-BFAD-14A64D89056C}" dt="2026-02-08T10:44:02.299" v="246" actId="962"/>
            <ac:spMkLst>
              <pc:docMk/>
              <pc:sldMasterMk cId="2182034416" sldId="2147483749"/>
              <pc:sldLayoutMk cId="1746109968" sldId="2147483751"/>
              <ac:spMk id="5" creationId="{76BA7F81-B6AA-4DD0-2014-03D5AC10AA75}"/>
            </ac:spMkLst>
          </pc:spChg>
          <pc:spChg chg="add mod ord">
            <ac:chgData name="Alexandre Castro" userId="c4a23f32b2d08ed7" providerId="LiveId" clId="{03DAF181-4C82-437B-BFAD-14A64D89056C}" dt="2026-02-08T10:45:15.131" v="302" actId="179"/>
            <ac:spMkLst>
              <pc:docMk/>
              <pc:sldMasterMk cId="2182034416" sldId="2147483749"/>
              <pc:sldLayoutMk cId="1746109968" sldId="2147483751"/>
              <ac:spMk id="6" creationId="{9E6946DD-ED10-2214-0A2D-784621621A24}"/>
            </ac:spMkLst>
          </pc:spChg>
          <pc:spChg chg="add mod">
            <ac:chgData name="Alexandre Castro" userId="c4a23f32b2d08ed7" providerId="LiveId" clId="{03DAF181-4C82-437B-BFAD-14A64D89056C}" dt="2026-02-08T10:43:51.923" v="230" actId="962"/>
            <ac:spMkLst>
              <pc:docMk/>
              <pc:sldMasterMk cId="2182034416" sldId="2147483749"/>
              <pc:sldLayoutMk cId="1746109968" sldId="2147483751"/>
              <ac:spMk id="12" creationId="{5A7BE036-2FBE-3ECB-81DF-AB0201B80C89}"/>
            </ac:spMkLst>
          </pc:spChg>
        </pc:sldLayoutChg>
        <pc:sldLayoutChg chg="addSp delSp modSp mod">
          <pc:chgData name="Alexandre Castro" userId="c4a23f32b2d08ed7" providerId="LiveId" clId="{03DAF181-4C82-437B-BFAD-14A64D89056C}" dt="2026-02-08T14:38:57.528" v="334" actId="3064"/>
          <pc:sldLayoutMkLst>
            <pc:docMk/>
            <pc:sldMasterMk cId="2182034416" sldId="2147483749"/>
            <pc:sldLayoutMk cId="2861469391" sldId="2147483752"/>
          </pc:sldLayoutMkLst>
          <pc:spChg chg="mod">
            <ac:chgData name="Alexandre Castro" userId="c4a23f32b2d08ed7" providerId="LiveId" clId="{03DAF181-4C82-437B-BFAD-14A64D89056C}" dt="2026-02-08T08:39:19.300" v="97" actId="12"/>
            <ac:spMkLst>
              <pc:docMk/>
              <pc:sldMasterMk cId="2182034416" sldId="2147483749"/>
              <pc:sldLayoutMk cId="2861469391" sldId="2147483752"/>
              <ac:spMk id="2" creationId="{A2E864EB-48A9-33BC-6B2B-5CEDDDE4760D}"/>
            </ac:spMkLst>
          </pc:spChg>
          <pc:spChg chg="add mod ord">
            <ac:chgData name="Alexandre Castro" userId="c4a23f32b2d08ed7" providerId="LiveId" clId="{03DAF181-4C82-437B-BFAD-14A64D89056C}" dt="2026-02-08T10:44:44.095" v="284" actId="962"/>
            <ac:spMkLst>
              <pc:docMk/>
              <pc:sldMasterMk cId="2182034416" sldId="2147483749"/>
              <pc:sldLayoutMk cId="2861469391" sldId="2147483752"/>
              <ac:spMk id="3" creationId="{E960052F-59AA-3CC0-4AC9-AC80AEE01E49}"/>
            </ac:spMkLst>
          </pc:spChg>
          <pc:spChg chg="mod">
            <ac:chgData name="Alexandre Castro" userId="c4a23f32b2d08ed7" providerId="LiveId" clId="{03DAF181-4C82-437B-BFAD-14A64D89056C}" dt="2026-02-08T10:44:50.547" v="300" actId="962"/>
            <ac:spMkLst>
              <pc:docMk/>
              <pc:sldMasterMk cId="2182034416" sldId="2147483749"/>
              <pc:sldLayoutMk cId="2861469391" sldId="2147483752"/>
              <ac:spMk id="5" creationId="{76BA7F81-B6AA-4DD0-2014-03D5AC10AA75}"/>
            </ac:spMkLst>
          </pc:spChg>
          <pc:spChg chg="mod">
            <ac:chgData name="Alexandre Castro" userId="c4a23f32b2d08ed7" providerId="LiveId" clId="{03DAF181-4C82-437B-BFAD-14A64D89056C}" dt="2026-02-08T14:38:57.528" v="334" actId="3064"/>
            <ac:spMkLst>
              <pc:docMk/>
              <pc:sldMasterMk cId="2182034416" sldId="2147483749"/>
              <pc:sldLayoutMk cId="2861469391" sldId="2147483752"/>
              <ac:spMk id="6" creationId="{9E6946DD-ED10-2214-0A2D-784621621A24}"/>
            </ac:spMkLst>
          </pc:spChg>
          <pc:spChg chg="del">
            <ac:chgData name="Alexandre Castro" userId="c4a23f32b2d08ed7" providerId="LiveId" clId="{03DAF181-4C82-437B-BFAD-14A64D89056C}" dt="2026-02-08T08:37:25.708" v="67" actId="478"/>
            <ac:spMkLst>
              <pc:docMk/>
              <pc:sldMasterMk cId="2182034416" sldId="2147483749"/>
              <pc:sldLayoutMk cId="2861469391" sldId="2147483752"/>
              <ac:spMk id="12" creationId="{5A7BE036-2FBE-3ECB-81DF-AB0201B80C89}"/>
            </ac:spMkLst>
          </pc:spChg>
        </pc:sldLayoutChg>
      </pc:sldMasterChg>
      <pc:sldMasterChg chg="new del mod addSldLayout delSldLayout">
        <pc:chgData name="Alexandre Castro" userId="c4a23f32b2d08ed7" providerId="LiveId" clId="{03DAF181-4C82-437B-BFAD-14A64D89056C}" dt="2026-02-08T06:53:56.907" v="33" actId="6938"/>
        <pc:sldMasterMkLst>
          <pc:docMk/>
          <pc:sldMasterMk cId="2956391371" sldId="2147483752"/>
        </pc:sldMasterMkLst>
        <pc:sldLayoutChg chg="new del replId">
          <pc:chgData name="Alexandre Castro" userId="c4a23f32b2d08ed7" providerId="LiveId" clId="{03DAF181-4C82-437B-BFAD-14A64D89056C}" dt="2026-02-08T06:53:56.907" v="33" actId="6938"/>
          <pc:sldLayoutMkLst>
            <pc:docMk/>
            <pc:sldMasterMk cId="2956391371" sldId="2147483752"/>
            <pc:sldLayoutMk cId="2214728916" sldId="2147483753"/>
          </pc:sldLayoutMkLst>
        </pc:sldLayoutChg>
        <pc:sldLayoutChg chg="new del replId">
          <pc:chgData name="Alexandre Castro" userId="c4a23f32b2d08ed7" providerId="LiveId" clId="{03DAF181-4C82-437B-BFAD-14A64D89056C}" dt="2026-02-08T06:53:56.907" v="33" actId="6938"/>
          <pc:sldLayoutMkLst>
            <pc:docMk/>
            <pc:sldMasterMk cId="2956391371" sldId="2147483752"/>
            <pc:sldLayoutMk cId="130065321" sldId="2147483754"/>
          </pc:sldLayoutMkLst>
        </pc:sldLayoutChg>
        <pc:sldLayoutChg chg="new del replId">
          <pc:chgData name="Alexandre Castro" userId="c4a23f32b2d08ed7" providerId="LiveId" clId="{03DAF181-4C82-437B-BFAD-14A64D89056C}" dt="2026-02-08T06:53:56.907" v="33" actId="6938"/>
          <pc:sldLayoutMkLst>
            <pc:docMk/>
            <pc:sldMasterMk cId="2956391371" sldId="2147483752"/>
            <pc:sldLayoutMk cId="3940385893" sldId="2147483755"/>
          </pc:sldLayoutMkLst>
        </pc:sldLayoutChg>
        <pc:sldLayoutChg chg="new del replId">
          <pc:chgData name="Alexandre Castro" userId="c4a23f32b2d08ed7" providerId="LiveId" clId="{03DAF181-4C82-437B-BFAD-14A64D89056C}" dt="2026-02-08T06:53:56.907" v="33" actId="6938"/>
          <pc:sldLayoutMkLst>
            <pc:docMk/>
            <pc:sldMasterMk cId="2956391371" sldId="2147483752"/>
            <pc:sldLayoutMk cId="1712464545" sldId="2147483756"/>
          </pc:sldLayoutMkLst>
        </pc:sldLayoutChg>
        <pc:sldLayoutChg chg="new del replId">
          <pc:chgData name="Alexandre Castro" userId="c4a23f32b2d08ed7" providerId="LiveId" clId="{03DAF181-4C82-437B-BFAD-14A64D89056C}" dt="2026-02-08T06:53:56.907" v="33" actId="6938"/>
          <pc:sldLayoutMkLst>
            <pc:docMk/>
            <pc:sldMasterMk cId="2956391371" sldId="2147483752"/>
            <pc:sldLayoutMk cId="235186307" sldId="2147483757"/>
          </pc:sldLayoutMkLst>
        </pc:sldLayoutChg>
        <pc:sldLayoutChg chg="new del replId">
          <pc:chgData name="Alexandre Castro" userId="c4a23f32b2d08ed7" providerId="LiveId" clId="{03DAF181-4C82-437B-BFAD-14A64D89056C}" dt="2026-02-08T06:53:56.907" v="33" actId="6938"/>
          <pc:sldLayoutMkLst>
            <pc:docMk/>
            <pc:sldMasterMk cId="2956391371" sldId="2147483752"/>
            <pc:sldLayoutMk cId="2798451373" sldId="2147483758"/>
          </pc:sldLayoutMkLst>
        </pc:sldLayoutChg>
        <pc:sldLayoutChg chg="new del replId">
          <pc:chgData name="Alexandre Castro" userId="c4a23f32b2d08ed7" providerId="LiveId" clId="{03DAF181-4C82-437B-BFAD-14A64D89056C}" dt="2026-02-08T06:53:56.907" v="33" actId="6938"/>
          <pc:sldLayoutMkLst>
            <pc:docMk/>
            <pc:sldMasterMk cId="2956391371" sldId="2147483752"/>
            <pc:sldLayoutMk cId="1389405565" sldId="2147483759"/>
          </pc:sldLayoutMkLst>
        </pc:sldLayoutChg>
        <pc:sldLayoutChg chg="new del replId">
          <pc:chgData name="Alexandre Castro" userId="c4a23f32b2d08ed7" providerId="LiveId" clId="{03DAF181-4C82-437B-BFAD-14A64D89056C}" dt="2026-02-08T06:53:56.907" v="33" actId="6938"/>
          <pc:sldLayoutMkLst>
            <pc:docMk/>
            <pc:sldMasterMk cId="2956391371" sldId="2147483752"/>
            <pc:sldLayoutMk cId="596751049" sldId="2147483760"/>
          </pc:sldLayoutMkLst>
        </pc:sldLayoutChg>
        <pc:sldLayoutChg chg="new del replId">
          <pc:chgData name="Alexandre Castro" userId="c4a23f32b2d08ed7" providerId="LiveId" clId="{03DAF181-4C82-437B-BFAD-14A64D89056C}" dt="2026-02-08T06:53:56.907" v="33" actId="6938"/>
          <pc:sldLayoutMkLst>
            <pc:docMk/>
            <pc:sldMasterMk cId="2956391371" sldId="2147483752"/>
            <pc:sldLayoutMk cId="360656753" sldId="2147483761"/>
          </pc:sldLayoutMkLst>
        </pc:sldLayoutChg>
        <pc:sldLayoutChg chg="new del replId">
          <pc:chgData name="Alexandre Castro" userId="c4a23f32b2d08ed7" providerId="LiveId" clId="{03DAF181-4C82-437B-BFAD-14A64D89056C}" dt="2026-02-08T06:53:56.907" v="33" actId="6938"/>
          <pc:sldLayoutMkLst>
            <pc:docMk/>
            <pc:sldMasterMk cId="2956391371" sldId="2147483752"/>
            <pc:sldLayoutMk cId="4190875798" sldId="2147483762"/>
          </pc:sldLayoutMkLst>
        </pc:sldLayoutChg>
        <pc:sldLayoutChg chg="new del replId">
          <pc:chgData name="Alexandre Castro" userId="c4a23f32b2d08ed7" providerId="LiveId" clId="{03DAF181-4C82-437B-BFAD-14A64D89056C}" dt="2026-02-08T06:53:56.907" v="33" actId="6938"/>
          <pc:sldLayoutMkLst>
            <pc:docMk/>
            <pc:sldMasterMk cId="2956391371" sldId="2147483752"/>
            <pc:sldLayoutMk cId="2401458156" sldId="2147483763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84F672C1-2FDA-43B1-C063-BABFEBC6A4C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58479A1-A9B8-45B8-053F-EFD6D45D903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23DD0E-CF1F-49B5-A095-81A754C8E2E5}" type="datetimeFigureOut">
              <a:rPr lang="pt-BR" smtClean="0"/>
              <a:t>08/02/2026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8AF7190-B887-F1E4-C370-13852B2EC94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4BD64DE-985A-8659-E135-6E3A6566260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674F6F-46B4-40B6-921D-AED171594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13984733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" descr="subtitle">
            <a:extLst>
              <a:ext uri="{FF2B5EF4-FFF2-40B4-BE49-F238E27FC236}">
                <a16:creationId xmlns:a16="http://schemas.microsoft.com/office/drawing/2014/main" id="{C2D2DE72-8AD4-5BED-5915-80654A4A0F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11264" y="3874476"/>
            <a:ext cx="5351585" cy="143080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" name="title" descr="ph:title">
            <a:extLst>
              <a:ext uri="{FF2B5EF4-FFF2-40B4-BE49-F238E27FC236}">
                <a16:creationId xmlns:a16="http://schemas.microsoft.com/office/drawing/2014/main" id="{D497DB19-96BC-11BE-35E2-ED535ED5C6A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1264" y="1308882"/>
            <a:ext cx="5351585" cy="2402058"/>
          </a:xfrm>
        </p:spPr>
        <p:txBody>
          <a:bodyPr anchor="b"/>
          <a:lstStyle/>
          <a:p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159997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image" descr="ph:image">
            <a:extLst>
              <a:ext uri="{FF2B5EF4-FFF2-40B4-BE49-F238E27FC236}">
                <a16:creationId xmlns:a16="http://schemas.microsoft.com/office/drawing/2014/main" id="{5A7BE036-2FBE-3ECB-81DF-AB0201B80C8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469313" y="815975"/>
            <a:ext cx="3403600" cy="5726113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bullets" descr="ph:bullets">
            <a:extLst>
              <a:ext uri="{FF2B5EF4-FFF2-40B4-BE49-F238E27FC236}">
                <a16:creationId xmlns:a16="http://schemas.microsoft.com/office/drawing/2014/main" id="{9E6946DD-ED10-2214-0A2D-784621621A2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99814" y="816020"/>
            <a:ext cx="3814369" cy="5725865"/>
          </a:xfrm>
          <a:prstGeom prst="rect">
            <a:avLst/>
          </a:prstGeom>
        </p:spPr>
        <p:txBody>
          <a:bodyPr anchor="ctr" anchorCtr="0"/>
          <a:lstStyle>
            <a:lvl1pPr marL="271463" indent="-271463">
              <a:buFont typeface="Arial" panose="020B0604020202020204" pitchFamily="34" charset="0"/>
              <a:buChar char="•"/>
              <a:defRPr sz="1800" b="1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Clique para editar</a:t>
            </a:r>
          </a:p>
        </p:txBody>
      </p:sp>
      <p:sp>
        <p:nvSpPr>
          <p:cNvPr id="5" name="title" descr="ph:title">
            <a:extLst>
              <a:ext uri="{FF2B5EF4-FFF2-40B4-BE49-F238E27FC236}">
                <a16:creationId xmlns:a16="http://schemas.microsoft.com/office/drawing/2014/main" id="{76BA7F81-B6AA-4DD0-2014-03D5AC10A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3078" y="308323"/>
            <a:ext cx="7369801" cy="395203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Clique para editar o título Mestre</a:t>
            </a:r>
          </a:p>
        </p:txBody>
      </p:sp>
      <p:sp>
        <p:nvSpPr>
          <p:cNvPr id="2" name="pip">
            <a:extLst>
              <a:ext uri="{FF2B5EF4-FFF2-40B4-BE49-F238E27FC236}">
                <a16:creationId xmlns:a16="http://schemas.microsoft.com/office/drawing/2014/main" id="{A2E864EB-48A9-33BC-6B2B-5CEDDDE4760D}"/>
              </a:ext>
            </a:extLst>
          </p:cNvPr>
          <p:cNvSpPr>
            <a:spLocks noGrp="1"/>
          </p:cNvSpPr>
          <p:nvPr>
            <p:ph type="media" sz="quarter" idx="12"/>
          </p:nvPr>
        </p:nvSpPr>
        <p:spPr>
          <a:xfrm>
            <a:off x="319121" y="319581"/>
            <a:ext cx="3814369" cy="622230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46109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ullets" descr="ph:bullets">
            <a:extLst>
              <a:ext uri="{FF2B5EF4-FFF2-40B4-BE49-F238E27FC236}">
                <a16:creationId xmlns:a16="http://schemas.microsoft.com/office/drawing/2014/main" id="{E960052F-59AA-3CC0-4AC9-AC80AEE01E4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453336" y="816021"/>
            <a:ext cx="3419544" cy="5672832"/>
          </a:xfrm>
          <a:prstGeom prst="rect">
            <a:avLst/>
          </a:prstGeom>
        </p:spPr>
        <p:txBody>
          <a:bodyPr anchor="ctr" anchorCtr="0"/>
          <a:lstStyle>
            <a:lvl1pPr marL="174625" indent="-174625">
              <a:buFont typeface="Arial" panose="020B0604020202020204" pitchFamily="34" charset="0"/>
              <a:buChar char="•"/>
              <a:defRPr sz="1600" b="1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Clique para editar</a:t>
            </a:r>
          </a:p>
        </p:txBody>
      </p:sp>
      <p:sp>
        <p:nvSpPr>
          <p:cNvPr id="6" name="code" descr="ph:code">
            <a:extLst>
              <a:ext uri="{FF2B5EF4-FFF2-40B4-BE49-F238E27FC236}">
                <a16:creationId xmlns:a16="http://schemas.microsoft.com/office/drawing/2014/main" id="{9E6946DD-ED10-2214-0A2D-784621621A2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99814" y="816021"/>
            <a:ext cx="3814369" cy="5672832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anchor="ctr" anchorCtr="0">
            <a:normAutofit/>
          </a:bodyPr>
          <a:lstStyle>
            <a:lvl1pPr marL="457200" indent="-457200">
              <a:lnSpc>
                <a:spcPct val="70000"/>
              </a:lnSpc>
              <a:spcBef>
                <a:spcPts val="0"/>
              </a:spcBef>
              <a:buFont typeface="+mj-lt"/>
              <a:buNone/>
              <a:defRPr sz="1600" b="1" baseline="0">
                <a:solidFill>
                  <a:schemeClr val="bg1"/>
                </a:solidFill>
                <a:latin typeface="Consolas" panose="020B0609020204030204" pitchFamily="49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Clique para editar</a:t>
            </a:r>
          </a:p>
        </p:txBody>
      </p:sp>
      <p:sp>
        <p:nvSpPr>
          <p:cNvPr id="5" name="title" descr="ph:title">
            <a:extLst>
              <a:ext uri="{FF2B5EF4-FFF2-40B4-BE49-F238E27FC236}">
                <a16:creationId xmlns:a16="http://schemas.microsoft.com/office/drawing/2014/main" id="{76BA7F81-B6AA-4DD0-2014-03D5AC10A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3078" y="308323"/>
            <a:ext cx="7369801" cy="395203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Clique para editar o título Mestre</a:t>
            </a:r>
          </a:p>
        </p:txBody>
      </p:sp>
      <p:sp>
        <p:nvSpPr>
          <p:cNvPr id="2" name="pip">
            <a:extLst>
              <a:ext uri="{FF2B5EF4-FFF2-40B4-BE49-F238E27FC236}">
                <a16:creationId xmlns:a16="http://schemas.microsoft.com/office/drawing/2014/main" id="{A2E864EB-48A9-33BC-6B2B-5CEDDDE4760D}"/>
              </a:ext>
            </a:extLst>
          </p:cNvPr>
          <p:cNvSpPr>
            <a:spLocks noGrp="1"/>
          </p:cNvSpPr>
          <p:nvPr>
            <p:ph type="media" sz="quarter" idx="12" hasCustomPrompt="1"/>
          </p:nvPr>
        </p:nvSpPr>
        <p:spPr>
          <a:xfrm>
            <a:off x="319121" y="319581"/>
            <a:ext cx="3814369" cy="6222305"/>
          </a:xfrm>
          <a:prstGeom prst="rect">
            <a:avLst/>
          </a:prstGeom>
        </p:spPr>
        <p:txBody>
          <a:bodyPr/>
          <a:lstStyle>
            <a:lvl1pP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PIP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61469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taque fundo escu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97DB19-96BC-11BE-35E2-ED535ED5C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987523"/>
            <a:ext cx="8229600" cy="2402058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2D2DE72-8AD4-5BED-5915-80654A4A0F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99054" y="3601769"/>
            <a:ext cx="8228158" cy="1430802"/>
          </a:xfrm>
          <a:prstGeom prst="rect">
            <a:avLst/>
          </a:prstGeom>
        </p:spPr>
        <p:txBody>
          <a:bodyPr/>
          <a:lstStyle>
            <a:lvl1pPr algn="ctr">
              <a:defRPr sz="1800"/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831288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ta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97DB19-96BC-11BE-35E2-ED535ED5C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1026942"/>
            <a:ext cx="8229600" cy="2402058"/>
          </a:xfrm>
        </p:spPr>
        <p:txBody>
          <a:bodyPr anchor="b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2D2DE72-8AD4-5BED-5915-80654A4A0F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99054" y="3535094"/>
            <a:ext cx="8228158" cy="1430802"/>
          </a:xfrm>
          <a:prstGeom prst="rect">
            <a:avLst/>
          </a:prstGeom>
        </p:spPr>
        <p:txBody>
          <a:bodyPr/>
          <a:lstStyle>
            <a:lvl1pPr algn="ctr">
              <a:defRPr sz="180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887925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dia / Titulo e texto - Sub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9887CE-6004-1908-3BBB-62633A931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354" y="326890"/>
            <a:ext cx="7444154" cy="505732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15" name="Espaço Reservado para Mídia 6">
            <a:extLst>
              <a:ext uri="{FF2B5EF4-FFF2-40B4-BE49-F238E27FC236}">
                <a16:creationId xmlns:a16="http://schemas.microsoft.com/office/drawing/2014/main" id="{C7671A2C-70A3-120B-FB41-6639B9465DC5}"/>
              </a:ext>
            </a:extLst>
          </p:cNvPr>
          <p:cNvSpPr>
            <a:spLocks noGrp="1"/>
          </p:cNvSpPr>
          <p:nvPr>
            <p:ph type="media" sz="quarter" idx="12" hasCustomPrompt="1"/>
          </p:nvPr>
        </p:nvSpPr>
        <p:spPr>
          <a:xfrm>
            <a:off x="9209785" y="326889"/>
            <a:ext cx="2552426" cy="206107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pt-BR"/>
              <a:t>PIP</a:t>
            </a:r>
          </a:p>
        </p:txBody>
      </p:sp>
    </p:spTree>
    <p:extLst>
      <p:ext uri="{BB962C8B-B14F-4D97-AF65-F5344CB8AC3E}">
        <p14:creationId xmlns:p14="http://schemas.microsoft.com/office/powerpoint/2010/main" val="3617871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4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5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01B329A5-6B16-6165-2BC1-9D41281BF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0175" y="2227971"/>
            <a:ext cx="5351585" cy="2402058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540133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pt-BR" sz="4800" kern="1200" dirty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1600" kern="1200" baseline="0">
          <a:solidFill>
            <a:schemeClr val="bg1"/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ack rectangular object with a white border">
            <a:extLst>
              <a:ext uri="{FF2B5EF4-FFF2-40B4-BE49-F238E27FC236}">
                <a16:creationId xmlns:a16="http://schemas.microsoft.com/office/drawing/2014/main" id="{50219064-FAEF-B7A2-8280-6BF3A676A90A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034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</p:sldLayoutIdLst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2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01B329A5-6B16-6165-2BC1-9D41281BF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227971"/>
            <a:ext cx="8229600" cy="2402058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8796525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1600" kern="1200" baseline="0">
          <a:solidFill>
            <a:schemeClr val="bg1"/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01B329A5-6B16-6165-2BC1-9D41281BF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227971"/>
            <a:ext cx="8229600" cy="2402058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42123600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</p:sldLayoutIdLst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1600" kern="1200" baseline="0">
          <a:solidFill>
            <a:schemeClr val="bg1"/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93A99C2-592A-D30D-623D-8BE6297DA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159" y="308806"/>
            <a:ext cx="7365903" cy="5057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6091633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</p:sldLayoutIdLst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2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">
            <a:extLst>
              <a:ext uri="{FF2B5EF4-FFF2-40B4-BE49-F238E27FC236}">
                <a16:creationId xmlns:a16="http://schemas.microsoft.com/office/drawing/2014/main" id="{75146CAB-B5B5-DD35-57A3-03AE2F96376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B4872DAD-E25A-C902-4CDE-D14BFA19C41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250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">
            <a:extLst>
              <a:ext uri="{FF2B5EF4-FFF2-40B4-BE49-F238E27FC236}">
                <a16:creationId xmlns:a16="http://schemas.microsoft.com/office/drawing/2014/main" id="{26D21ED5-36AE-FD41-24E1-0091516092A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5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bullets">
            <a:extLst>
              <a:ext uri="{FF2B5EF4-FFF2-40B4-BE49-F238E27FC236}">
                <a16:creationId xmlns:a16="http://schemas.microsoft.com/office/drawing/2014/main" id="{2C97E793-9806-58DD-1EC0-726EA58BF7B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78F4A2FE-3459-9B94-3B19-B75002E35A4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pip">
            <a:extLst>
              <a:ext uri="{FF2B5EF4-FFF2-40B4-BE49-F238E27FC236}">
                <a16:creationId xmlns:a16="http://schemas.microsoft.com/office/drawing/2014/main" id="{1E0C383C-FA71-9A29-85DA-2BAC476B446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media" sz="quarter" idx="12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3820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867CBF47-421C-3D25-BB8D-D2617B7CA2E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8" name="Espaço Reservado para Texto 7">
            <a:extLst>
              <a:ext uri="{FF2B5EF4-FFF2-40B4-BE49-F238E27FC236}">
                <a16:creationId xmlns:a16="http://schemas.microsoft.com/office/drawing/2014/main" id="{F1BA572D-24AE-078C-177F-F83A43AC8E2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3637CFB8-C4AC-FCD9-699B-11D05D600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Mídia 5">
            <a:extLst>
              <a:ext uri="{FF2B5EF4-FFF2-40B4-BE49-F238E27FC236}">
                <a16:creationId xmlns:a16="http://schemas.microsoft.com/office/drawing/2014/main" id="{629FF6EA-4E0F-656E-9974-A09012726719}"/>
              </a:ext>
            </a:extLst>
          </p:cNvPr>
          <p:cNvSpPr>
            <a:spLocks noGrp="1"/>
          </p:cNvSpPr>
          <p:nvPr>
            <p:ph type="media" sz="quarter" idx="12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6918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Início">
  <a:themeElements>
    <a:clrScheme name="YDUQS">
      <a:dk1>
        <a:srgbClr val="1A242B"/>
      </a:dk1>
      <a:lt1>
        <a:sysClr val="window" lastClr="FFFFFF"/>
      </a:lt1>
      <a:dk2>
        <a:srgbClr val="456192"/>
      </a:dk2>
      <a:lt2>
        <a:srgbClr val="E7E6E6"/>
      </a:lt2>
      <a:accent1>
        <a:srgbClr val="243465"/>
      </a:accent1>
      <a:accent2>
        <a:srgbClr val="AE052B"/>
      </a:accent2>
      <a:accent3>
        <a:srgbClr val="C2D4FF"/>
      </a:accent3>
      <a:accent4>
        <a:srgbClr val="EE325D"/>
      </a:accent4>
      <a:accent5>
        <a:srgbClr val="5B9BD5"/>
      </a:accent5>
      <a:accent6>
        <a:srgbClr val="FD8FA8"/>
      </a:accent6>
      <a:hlink>
        <a:srgbClr val="144BC8"/>
      </a:hlink>
      <a:folHlink>
        <a:srgbClr val="954F72"/>
      </a:folHlink>
    </a:clrScheme>
    <a:fontScheme name="YDUQS">
      <a:majorFont>
        <a:latin typeface="Montserrat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Layout Vertical">
  <a:themeElements>
    <a:clrScheme name="YDUQS">
      <a:dk1>
        <a:srgbClr val="1A242B"/>
      </a:dk1>
      <a:lt1>
        <a:sysClr val="window" lastClr="FFFFFF"/>
      </a:lt1>
      <a:dk2>
        <a:srgbClr val="456192"/>
      </a:dk2>
      <a:lt2>
        <a:srgbClr val="E7E6E6"/>
      </a:lt2>
      <a:accent1>
        <a:srgbClr val="243465"/>
      </a:accent1>
      <a:accent2>
        <a:srgbClr val="AE052B"/>
      </a:accent2>
      <a:accent3>
        <a:srgbClr val="C2D4FF"/>
      </a:accent3>
      <a:accent4>
        <a:srgbClr val="EE325D"/>
      </a:accent4>
      <a:accent5>
        <a:srgbClr val="5B9BD5"/>
      </a:accent5>
      <a:accent6>
        <a:srgbClr val="FD8FA8"/>
      </a:accent6>
      <a:hlink>
        <a:srgbClr val="144BC8"/>
      </a:hlink>
      <a:folHlink>
        <a:srgbClr val="954F72"/>
      </a:folHlink>
    </a:clrScheme>
    <a:fontScheme name="YDUQS">
      <a:majorFont>
        <a:latin typeface="Montserrat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Destaque fundo escuro">
  <a:themeElements>
    <a:clrScheme name="YDUQS">
      <a:dk1>
        <a:srgbClr val="1A242B"/>
      </a:dk1>
      <a:lt1>
        <a:sysClr val="window" lastClr="FFFFFF"/>
      </a:lt1>
      <a:dk2>
        <a:srgbClr val="456192"/>
      </a:dk2>
      <a:lt2>
        <a:srgbClr val="E7E6E6"/>
      </a:lt2>
      <a:accent1>
        <a:srgbClr val="243465"/>
      </a:accent1>
      <a:accent2>
        <a:srgbClr val="AE052B"/>
      </a:accent2>
      <a:accent3>
        <a:srgbClr val="C2D4FF"/>
      </a:accent3>
      <a:accent4>
        <a:srgbClr val="EE325D"/>
      </a:accent4>
      <a:accent5>
        <a:srgbClr val="5B9BD5"/>
      </a:accent5>
      <a:accent6>
        <a:srgbClr val="FD8FA8"/>
      </a:accent6>
      <a:hlink>
        <a:srgbClr val="144BC8"/>
      </a:hlink>
      <a:folHlink>
        <a:srgbClr val="954F72"/>
      </a:folHlink>
    </a:clrScheme>
    <a:fontScheme name="YDUQS">
      <a:majorFont>
        <a:latin typeface="Montserrat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Destaque fundo claro">
  <a:themeElements>
    <a:clrScheme name="YDUQS">
      <a:dk1>
        <a:srgbClr val="1A242B"/>
      </a:dk1>
      <a:lt1>
        <a:sysClr val="window" lastClr="FFFFFF"/>
      </a:lt1>
      <a:dk2>
        <a:srgbClr val="456192"/>
      </a:dk2>
      <a:lt2>
        <a:srgbClr val="E7E6E6"/>
      </a:lt2>
      <a:accent1>
        <a:srgbClr val="243465"/>
      </a:accent1>
      <a:accent2>
        <a:srgbClr val="AE052B"/>
      </a:accent2>
      <a:accent3>
        <a:srgbClr val="C2D4FF"/>
      </a:accent3>
      <a:accent4>
        <a:srgbClr val="EE325D"/>
      </a:accent4>
      <a:accent5>
        <a:srgbClr val="5B9BD5"/>
      </a:accent5>
      <a:accent6>
        <a:srgbClr val="FD8FA8"/>
      </a:accent6>
      <a:hlink>
        <a:srgbClr val="144BC8"/>
      </a:hlink>
      <a:folHlink>
        <a:srgbClr val="954F72"/>
      </a:folHlink>
    </a:clrScheme>
    <a:fontScheme name="YDUQS">
      <a:majorFont>
        <a:latin typeface="Montserrat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Calculo_PIP SUPERIOR">
  <a:themeElements>
    <a:clrScheme name="YDUQS">
      <a:dk1>
        <a:srgbClr val="1A242B"/>
      </a:dk1>
      <a:lt1>
        <a:sysClr val="window" lastClr="FFFFFF"/>
      </a:lt1>
      <a:dk2>
        <a:srgbClr val="456192"/>
      </a:dk2>
      <a:lt2>
        <a:srgbClr val="E7E6E6"/>
      </a:lt2>
      <a:accent1>
        <a:srgbClr val="243465"/>
      </a:accent1>
      <a:accent2>
        <a:srgbClr val="AE052B"/>
      </a:accent2>
      <a:accent3>
        <a:srgbClr val="C2D4FF"/>
      </a:accent3>
      <a:accent4>
        <a:srgbClr val="EE325D"/>
      </a:accent4>
      <a:accent5>
        <a:srgbClr val="5B9BD5"/>
      </a:accent5>
      <a:accent6>
        <a:srgbClr val="FD8FA8"/>
      </a:accent6>
      <a:hlink>
        <a:srgbClr val="144BC8"/>
      </a:hlink>
      <a:folHlink>
        <a:srgbClr val="954F72"/>
      </a:folHlink>
    </a:clrScheme>
    <a:fontScheme name="YDUQS">
      <a:majorFont>
        <a:latin typeface="Montserrat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AC0E6CF9C7CB5429A41E1932F805EF3" ma:contentTypeVersion="18" ma:contentTypeDescription="Create a new document." ma:contentTypeScope="" ma:versionID="5d3a660527e31b29429a9940638c4cfd">
  <xsd:schema xmlns:xsd="http://www.w3.org/2001/XMLSchema" xmlns:xs="http://www.w3.org/2001/XMLSchema" xmlns:p="http://schemas.microsoft.com/office/2006/metadata/properties" xmlns:ns2="45a0209f-ff8c-45fd-9131-eb2b42147107" xmlns:ns3="0b6cbdf4-6f2c-425f-8e0b-848828a53008" targetNamespace="http://schemas.microsoft.com/office/2006/metadata/properties" ma:root="true" ma:fieldsID="be768d225fc934e8845012030896721d" ns2:_="" ns3:_="">
    <xsd:import namespace="45a0209f-ff8c-45fd-9131-eb2b42147107"/>
    <xsd:import namespace="0b6cbdf4-6f2c-425f-8e0b-848828a5300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OCR" minOccurs="0"/>
                <xsd:element ref="ns2:lcf76f155ced4ddcb4097134ff3c332f" minOccurs="0"/>
                <xsd:element ref="ns3:TaxCatchAll" minOccurs="0"/>
                <xsd:element ref="ns2:MediaServiceAutoKeyPoints" minOccurs="0"/>
                <xsd:element ref="ns2:MediaServiceKeyPoints" minOccurs="0"/>
                <xsd:element ref="ns2:MediaServiceObjectDetectorVersions" minOccurs="0"/>
                <xsd:element ref="ns2:MediaServiceSearchPropertie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5a0209f-ff8c-45fd-9131-eb2b4214710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a0cc33bb-f423-4bc4-9547-323bb343d7e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AutoKeyPoints" ma:index="2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5" nillable="true" ma:displayName="Location" ma:description="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b6cbdf4-6f2c-425f-8e0b-848828a53008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b2f4fbf5-3648-4d37-bc8d-5fa4c8b09ce1}" ma:internalName="TaxCatchAll" ma:showField="CatchAllData" ma:web="0b6cbdf4-6f2c-425f-8e0b-848828a5300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5a0209f-ff8c-45fd-9131-eb2b42147107">
      <Terms xmlns="http://schemas.microsoft.com/office/infopath/2007/PartnerControls"/>
    </lcf76f155ced4ddcb4097134ff3c332f>
    <TaxCatchAll xmlns="0b6cbdf4-6f2c-425f-8e0b-848828a53008" xsi:nil="true"/>
    <SharedWithUsers xmlns="0b6cbdf4-6f2c-425f-8e0b-848828a53008">
      <UserInfo>
        <DisplayName/>
        <AccountId xsi:nil="true"/>
        <AccountType/>
      </UserInfo>
    </SharedWithUsers>
    <MediaLengthInSeconds xmlns="45a0209f-ff8c-45fd-9131-eb2b42147107" xsi:nil="true"/>
  </documentManagement>
</p:properties>
</file>

<file path=customXml/itemProps1.xml><?xml version="1.0" encoding="utf-8"?>
<ds:datastoreItem xmlns:ds="http://schemas.openxmlformats.org/officeDocument/2006/customXml" ds:itemID="{3B4FFD38-C478-4F86-8077-A8038B337A5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65F7664-1A4F-4C2E-8EEB-BC51B0403A2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5a0209f-ff8c-45fd-9131-eb2b42147107"/>
    <ds:schemaRef ds:uri="0b6cbdf4-6f2c-425f-8e0b-848828a5300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572F86A-EAE5-49D6-8547-F049B9387D88}">
  <ds:schemaRefs>
    <ds:schemaRef ds:uri="0b6cbdf4-6f2c-425f-8e0b-848828a53008"/>
    <ds:schemaRef ds:uri="45a0209f-ff8c-45fd-9131-eb2b42147107"/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185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5</vt:i4>
      </vt:variant>
      <vt:variant>
        <vt:lpstr>Títulos de slides</vt:lpstr>
      </vt:variant>
      <vt:variant>
        <vt:i4>3</vt:i4>
      </vt:variant>
    </vt:vector>
  </HeadingPairs>
  <TitlesOfParts>
    <vt:vector size="12" baseType="lpstr">
      <vt:lpstr>Arial</vt:lpstr>
      <vt:lpstr>Calibri</vt:lpstr>
      <vt:lpstr>Consolas</vt:lpstr>
      <vt:lpstr>Montserrat</vt:lpstr>
      <vt:lpstr>Início</vt:lpstr>
      <vt:lpstr>1_Layout Vertical</vt:lpstr>
      <vt:lpstr>Destaque fundo escuro</vt:lpstr>
      <vt:lpstr>Destaque fundo claro</vt:lpstr>
      <vt:lpstr>Calculo_PIP SUPERIOR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Rodrigo Mesquita Pessoa</dc:creator>
  <cp:lastModifiedBy>Alexandre Castro</cp:lastModifiedBy>
  <cp:revision>24</cp:revision>
  <dcterms:created xsi:type="dcterms:W3CDTF">2022-10-13T12:58:19Z</dcterms:created>
  <dcterms:modified xsi:type="dcterms:W3CDTF">2026-02-08T17:45:30Z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0x0101001AC0E6CF9C7CB5429A41E1932F805EF3</vt:lpwstr>
  </property>
  <property fmtid="{D5CDD505-2E9C-101B-9397-08002B2CF9AE}" pid="3" name="Order">
    <vt:r8>8958800</vt:r8>
  </property>
  <property fmtid="{D5CDD505-2E9C-101B-9397-08002B2CF9AE}" pid="4" name="_ExtendedDescription">
    <vt:lpwstr/>
  </property>
  <property fmtid="{D5CDD505-2E9C-101B-9397-08002B2CF9AE}" pid="5" name="TriggerFlowInfo">
    <vt:lpwstr/>
  </property>
  <property fmtid="{D5CDD505-2E9C-101B-9397-08002B2CF9AE}" pid="6" name="ComplianceAssetId">
    <vt:lpwstr/>
  </property>
  <property fmtid="{D5CDD505-2E9C-101B-9397-08002B2CF9AE}" pid="7" name="MediaServiceImageTags">
    <vt:lpwstr/>
  </property>
</Properties>
</file>